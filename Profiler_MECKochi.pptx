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57" r:id="rId4"/>
  </p:sldMasterIdLst>
  <p:notesMasterIdLst>
    <p:notesMasterId r:id="rId7"/>
  </p:notesMasterIdLst>
  <p:handoutMasterIdLst>
    <p:handoutMasterId r:id="rId8"/>
  </p:handoutMasterIdLst>
  <p:sldIdLst>
    <p:sldId id="996" r:id="rId5"/>
    <p:sldId id="997" r:id="rId6"/>
  </p:sldIdLst>
  <p:sldSz cx="12192000" cy="6858000"/>
  <p:notesSz cx="7315200" cy="96012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guide id="12" orient="horz" pos="3360" userDrawn="1">
          <p15:clr>
            <a:srgbClr val="A4A3A4"/>
          </p15:clr>
        </p15:guide>
        <p15:guide id="13" orient="horz" pos="1378"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der Kuur, Cindy K" initials="CV" lastIdx="7" clrIdx="0">
    <p:extLst>
      <p:ext uri="{19B8F6BF-5375-455C-9EA6-DF929625EA0E}">
        <p15:presenceInfo xmlns:p15="http://schemas.microsoft.com/office/powerpoint/2012/main" userId="Vander Kuur, Cindy 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5757"/>
    <a:srgbClr val="000000"/>
    <a:srgbClr val="FFCD00"/>
    <a:srgbClr val="ED8B00"/>
    <a:srgbClr val="DB291C"/>
    <a:srgbClr val="FF9900"/>
    <a:srgbClr val="C000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5053" autoAdjust="0"/>
  </p:normalViewPr>
  <p:slideViewPr>
    <p:cSldViewPr snapToGrid="0" showGuides="1">
      <p:cViewPr varScale="1">
        <p:scale>
          <a:sx n="68" d="100"/>
          <a:sy n="68" d="100"/>
        </p:scale>
        <p:origin x="852" y="48"/>
      </p:cViewPr>
      <p:guideLst>
        <p:guide/>
        <p:guide orient="horz" pos="2160"/>
        <p:guide orient="horz" pos="3360"/>
        <p:guide orient="horz" pos="1378"/>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39" d="100"/>
        <a:sy n="39"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448927284236275E-2"/>
          <c:y val="3.3370222613913869E-2"/>
          <c:w val="0.86414866014368952"/>
          <c:h val="0.773014002785122"/>
        </c:manualLayout>
      </c:layout>
      <c:barChart>
        <c:barDir val="bar"/>
        <c:grouping val="clustered"/>
        <c:varyColors val="0"/>
        <c:ser>
          <c:idx val="0"/>
          <c:order val="0"/>
          <c:tx>
            <c:strRef>
              <c:f>Sheet1!$B$1</c:f>
              <c:strCache>
                <c:ptCount val="1"/>
                <c:pt idx="0">
                  <c:v>Column 1</c:v>
                </c:pt>
              </c:strCache>
            </c:strRef>
          </c:tx>
          <c:spPr>
            <a:solidFill>
              <a:schemeClr val="accent1"/>
            </a:solidFill>
            <a:ln w="28575" cap="rnd">
              <a:noFill/>
              <a:round/>
            </a:ln>
            <a:effectLst/>
          </c:spPr>
          <c:invertIfNegative val="0"/>
          <c:dPt>
            <c:idx val="1"/>
            <c:invertIfNegative val="0"/>
            <c:bubble3D val="0"/>
            <c:extLst>
              <c:ext xmlns:c16="http://schemas.microsoft.com/office/drawing/2014/chart" uri="{C3380CC4-5D6E-409C-BE32-E72D297353CC}">
                <c16:uniqueId val="{00000000-794F-4DD4-B7A4-6DE99C1FFBFB}"/>
              </c:ext>
            </c:extLst>
          </c:dPt>
          <c:dPt>
            <c:idx val="2"/>
            <c:invertIfNegative val="0"/>
            <c:bubble3D val="0"/>
            <c:extLst>
              <c:ext xmlns:c16="http://schemas.microsoft.com/office/drawing/2014/chart" uri="{C3380CC4-5D6E-409C-BE32-E72D297353CC}">
                <c16:uniqueId val="{00000001-794F-4DD4-B7A4-6DE99C1FFBFB}"/>
              </c:ext>
            </c:extLst>
          </c:dPt>
          <c:dPt>
            <c:idx val="3"/>
            <c:invertIfNegative val="0"/>
            <c:bubble3D val="0"/>
            <c:extLst>
              <c:ext xmlns:c16="http://schemas.microsoft.com/office/drawing/2014/chart" uri="{C3380CC4-5D6E-409C-BE32-E72D297353CC}">
                <c16:uniqueId val="{00000002-794F-4DD4-B7A4-6DE99C1FFBFB}"/>
              </c:ext>
            </c:extLst>
          </c:dPt>
          <c:dPt>
            <c:idx val="4"/>
            <c:invertIfNegative val="0"/>
            <c:bubble3D val="0"/>
            <c:extLst>
              <c:ext xmlns:c16="http://schemas.microsoft.com/office/drawing/2014/chart" uri="{C3380CC4-5D6E-409C-BE32-E72D297353CC}">
                <c16:uniqueId val="{00000003-794F-4DD4-B7A4-6DE99C1FFBFB}"/>
              </c:ext>
            </c:extLst>
          </c:dPt>
          <c:dPt>
            <c:idx val="5"/>
            <c:invertIfNegative val="0"/>
            <c:bubble3D val="0"/>
            <c:extLst>
              <c:ext xmlns:c16="http://schemas.microsoft.com/office/drawing/2014/chart" uri="{C3380CC4-5D6E-409C-BE32-E72D297353CC}">
                <c16:uniqueId val="{00000004-794F-4DD4-B7A4-6DE99C1FFBFB}"/>
              </c:ext>
            </c:extLst>
          </c:dPt>
          <c:dPt>
            <c:idx val="6"/>
            <c:invertIfNegative val="0"/>
            <c:bubble3D val="0"/>
            <c:extLst>
              <c:ext xmlns:c16="http://schemas.microsoft.com/office/drawing/2014/chart" uri="{C3380CC4-5D6E-409C-BE32-E72D297353CC}">
                <c16:uniqueId val="{00000005-794F-4DD4-B7A4-6DE99C1FFBFB}"/>
              </c:ext>
            </c:extLst>
          </c:dPt>
          <c:dLbls>
            <c:dLbl>
              <c:idx val="5"/>
              <c:layout>
                <c:manualLayout>
                  <c:x val="3.470905155604814E-3"/>
                  <c:y val="1.297744554499970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94F-4DD4-B7A4-6DE99C1FFBFB}"/>
                </c:ext>
              </c:extLst>
            </c:dLbl>
            <c:spPr>
              <a:noFill/>
              <a:ln>
                <a:noFill/>
              </a:ln>
              <a:effectLst/>
            </c:spPr>
            <c:txPr>
              <a:bodyPr wrap="square" lIns="38100" tIns="19050" rIns="38100" bIns="19050" anchor="ctr">
                <a:spAutoFit/>
              </a:bodyPr>
              <a:lstStyle/>
              <a:p>
                <a:pPr>
                  <a:defRPr sz="800" b="1">
                    <a:solidFill>
                      <a:schemeClr val="tx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CR 15</c:v>
                </c:pt>
                <c:pt idx="1">
                  <c:v>CR 16</c:v>
                </c:pt>
                <c:pt idx="2">
                  <c:v>CR 17</c:v>
                </c:pt>
                <c:pt idx="3">
                  <c:v>CR 18</c:v>
                </c:pt>
                <c:pt idx="4">
                  <c:v>CR 19</c:v>
                </c:pt>
              </c:strCache>
            </c:strRef>
          </c:cat>
          <c:val>
            <c:numRef>
              <c:f>Sheet1!$B$2:$B$6</c:f>
              <c:numCache>
                <c:formatCode>General</c:formatCode>
                <c:ptCount val="5"/>
                <c:pt idx="0">
                  <c:v>21</c:v>
                </c:pt>
                <c:pt idx="1">
                  <c:v>22</c:v>
                </c:pt>
                <c:pt idx="2">
                  <c:v>15</c:v>
                </c:pt>
                <c:pt idx="3">
                  <c:v>18</c:v>
                </c:pt>
                <c:pt idx="4">
                  <c:v>29</c:v>
                </c:pt>
              </c:numCache>
            </c:numRef>
          </c:val>
          <c:extLst>
            <c:ext xmlns:c16="http://schemas.microsoft.com/office/drawing/2014/chart" uri="{C3380CC4-5D6E-409C-BE32-E72D297353CC}">
              <c16:uniqueId val="{00000006-794F-4DD4-B7A4-6DE99C1FFBFB}"/>
            </c:ext>
          </c:extLst>
        </c:ser>
        <c:ser>
          <c:idx val="1"/>
          <c:order val="1"/>
          <c:tx>
            <c:strRef>
              <c:f>Sheet1!$C$1</c:f>
              <c:strCache>
                <c:ptCount val="1"/>
                <c:pt idx="0">
                  <c:v>Column 2</c:v>
                </c:pt>
              </c:strCache>
            </c:strRef>
          </c:tx>
          <c:spPr>
            <a:solidFill>
              <a:schemeClr val="accent6">
                <a:lumMod val="60000"/>
                <a:lumOff val="40000"/>
              </a:schemeClr>
            </a:solidFill>
          </c:spPr>
          <c:invertIfNegative val="0"/>
          <c:dLbls>
            <c:dLbl>
              <c:idx val="0"/>
              <c:layout>
                <c:manualLayout>
                  <c:x val="-2.93016484402064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4F-4DD4-B7A4-6DE99C1FFBFB}"/>
                </c:ext>
              </c:extLst>
            </c:dLbl>
            <c:dLbl>
              <c:idx val="1"/>
              <c:layout>
                <c:manualLayout>
                  <c:x val="-5.2324372214654261E-2"/>
                  <c:y val="5.180869168982018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94F-4DD4-B7A4-6DE99C1FFBFB}"/>
                </c:ext>
              </c:extLst>
            </c:dLbl>
            <c:dLbl>
              <c:idx val="2"/>
              <c:layout>
                <c:manualLayout>
                  <c:x val="-3.7673547994551013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94F-4DD4-B7A4-6DE99C1FFBFB}"/>
                </c:ext>
              </c:extLst>
            </c:dLbl>
            <c:dLbl>
              <c:idx val="4"/>
              <c:layout>
                <c:manualLayout>
                  <c:x val="0.14650824220103179"/>
                  <c:y val="4.4503327291264933E-7"/>
                </c:manualLayout>
              </c:layout>
              <c:spPr>
                <a:noFill/>
                <a:ln>
                  <a:noFill/>
                </a:ln>
                <a:effectLst/>
              </c:spPr>
              <c:txPr>
                <a:bodyPr wrap="square" lIns="38100" tIns="19050" rIns="38100" bIns="19050" anchor="ctr" anchorCtr="0">
                  <a:spAutoFit/>
                </a:bodyPr>
                <a:lstStyle/>
                <a:p>
                  <a:pPr algn="r">
                    <a:defRPr sz="800" b="1">
                      <a:solidFill>
                        <a:schemeClr val="tx1"/>
                      </a:solidFill>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94F-4DD4-B7A4-6DE99C1FFBFB}"/>
                </c:ext>
              </c:extLst>
            </c:dLbl>
            <c:spPr>
              <a:noFill/>
              <a:ln>
                <a:noFill/>
              </a:ln>
              <a:effectLst/>
            </c:spPr>
            <c:txPr>
              <a:bodyPr wrap="square" lIns="38100" tIns="19050" rIns="38100" bIns="19050" anchor="ctr">
                <a:spAutoFit/>
              </a:bodyPr>
              <a:lstStyle/>
              <a:p>
                <a:pPr>
                  <a:defRPr sz="800" b="1">
                    <a:solidFill>
                      <a:schemeClr val="tx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CR 15</c:v>
                </c:pt>
                <c:pt idx="1">
                  <c:v>CR 16</c:v>
                </c:pt>
                <c:pt idx="2">
                  <c:v>CR 17</c:v>
                </c:pt>
                <c:pt idx="3">
                  <c:v>CR 18</c:v>
                </c:pt>
                <c:pt idx="4">
                  <c:v>CR 19</c:v>
                </c:pt>
              </c:strCache>
            </c:strRef>
          </c:cat>
          <c:val>
            <c:numRef>
              <c:f>Sheet1!$C$2:$C$6</c:f>
              <c:numCache>
                <c:formatCode>General</c:formatCode>
                <c:ptCount val="5"/>
                <c:pt idx="0">
                  <c:v>19</c:v>
                </c:pt>
                <c:pt idx="1">
                  <c:v>22</c:v>
                </c:pt>
                <c:pt idx="2">
                  <c:v>14</c:v>
                </c:pt>
                <c:pt idx="3">
                  <c:v>17</c:v>
                </c:pt>
              </c:numCache>
            </c:numRef>
          </c:val>
          <c:extLst>
            <c:ext xmlns:c16="http://schemas.microsoft.com/office/drawing/2014/chart" uri="{C3380CC4-5D6E-409C-BE32-E72D297353CC}">
              <c16:uniqueId val="{0000000B-794F-4DD4-B7A4-6DE99C1FFBFB}"/>
            </c:ext>
          </c:extLst>
        </c:ser>
        <c:dLbls>
          <c:showLegendKey val="0"/>
          <c:showVal val="0"/>
          <c:showCatName val="0"/>
          <c:showSerName val="0"/>
          <c:showPercent val="0"/>
          <c:showBubbleSize val="0"/>
        </c:dLbls>
        <c:gapWidth val="150"/>
        <c:axId val="207255592"/>
        <c:axId val="207257160"/>
      </c:barChart>
      <c:catAx>
        <c:axId val="207255592"/>
        <c:scaling>
          <c:orientation val="maxMin"/>
        </c:scaling>
        <c:delete val="0"/>
        <c:axPos val="l"/>
        <c:numFmt formatCode="General" sourceLinked="1"/>
        <c:majorTickMark val="out"/>
        <c:minorTickMark val="out"/>
        <c:tickLblPos val="nextTo"/>
        <c:spPr>
          <a:noFill/>
          <a:ln w="9525" cap="flat" cmpd="sng" algn="ctr">
            <a:noFill/>
            <a:round/>
          </a:ln>
          <a:effectLst/>
        </c:spPr>
        <c:txPr>
          <a:bodyPr rot="-60000000" vert="horz"/>
          <a:lstStyle/>
          <a:p>
            <a:pPr>
              <a:defRPr sz="700" b="1">
                <a:solidFill>
                  <a:schemeClr val="tx1"/>
                </a:solidFill>
              </a:defRPr>
            </a:pPr>
            <a:endParaRPr lang="en-US"/>
          </a:p>
        </c:txPr>
        <c:crossAx val="207257160"/>
        <c:crosses val="autoZero"/>
        <c:auto val="1"/>
        <c:lblAlgn val="ctr"/>
        <c:lblOffset val="100"/>
        <c:noMultiLvlLbl val="0"/>
      </c:catAx>
      <c:valAx>
        <c:axId val="207257160"/>
        <c:scaling>
          <c:orientation val="minMax"/>
        </c:scaling>
        <c:delete val="1"/>
        <c:axPos val="t"/>
        <c:numFmt formatCode="General" sourceLinked="1"/>
        <c:majorTickMark val="none"/>
        <c:minorTickMark val="none"/>
        <c:tickLblPos val="nextTo"/>
        <c:crossAx val="207255592"/>
        <c:crosses val="autoZero"/>
        <c:crossBetween val="between"/>
      </c:valAx>
      <c:spPr>
        <a:noFill/>
        <a:ln>
          <a:noFill/>
        </a:ln>
        <a:effectLst/>
      </c:spPr>
    </c:plotArea>
    <c:plotVisOnly val="1"/>
    <c:dispBlanksAs val="gap"/>
    <c:showDLblsOverMax val="0"/>
  </c:chart>
  <c:spPr>
    <a:noFill/>
    <a:ln>
      <a:noFill/>
    </a:ln>
    <a:effectLst/>
  </c:spPr>
  <c:txPr>
    <a:bodyPr/>
    <a:lstStyle/>
    <a:p>
      <a:pPr>
        <a:defRPr sz="900">
          <a:solidFill>
            <a:schemeClr val="accent6"/>
          </a:solidFil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8/23/2019</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8/23/2019</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3989" y="586423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00"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title style</a:t>
            </a:r>
          </a:p>
          <a:p>
            <a:pPr marL="0" marR="0" lvl="1" indent="0" algn="l" defTabSz="914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a:extLst>
              <a:ext uri="{FF2B5EF4-FFF2-40B4-BE49-F238E27FC236}">
                <a16:creationId xmlns:a16="http://schemas.microsoft.com/office/drawing/2014/main" id="{01C026A9-B801-4A00-AE2C-320F6137213C}"/>
              </a:ext>
            </a:extLst>
          </p:cNvPr>
          <p:cNvGrpSpPr>
            <a:grpSpLocks noChangeAspect="1"/>
          </p:cNvGrpSpPr>
          <p:nvPr userDrawn="1"/>
        </p:nvGrpSpPr>
        <p:grpSpPr>
          <a:xfrm>
            <a:off x="501651" y="374650"/>
            <a:ext cx="1998000" cy="374400"/>
            <a:chOff x="398463" y="404813"/>
            <a:chExt cx="1627187" cy="307976"/>
          </a:xfrm>
          <a:solidFill>
            <a:schemeClr val="tx1"/>
          </a:solidFill>
        </p:grpSpPr>
        <p:sp>
          <p:nvSpPr>
            <p:cNvPr id="23" name="Oval 5">
              <a:extLst>
                <a:ext uri="{FF2B5EF4-FFF2-40B4-BE49-F238E27FC236}">
                  <a16:creationId xmlns:a16="http://schemas.microsoft.com/office/drawing/2014/main" id="{D1E19E04-184D-4624-8D48-82DB6D78A592}"/>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a:extLst>
                <a:ext uri="{FF2B5EF4-FFF2-40B4-BE49-F238E27FC236}">
                  <a16:creationId xmlns:a16="http://schemas.microsoft.com/office/drawing/2014/main" id="{078018B5-97B7-4C60-B18F-2150954B773D}"/>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a:extLst>
                <a:ext uri="{FF2B5EF4-FFF2-40B4-BE49-F238E27FC236}">
                  <a16:creationId xmlns:a16="http://schemas.microsoft.com/office/drawing/2014/main" id="{9D2090D0-E177-4174-8E28-F7C32415ADD9}"/>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a:extLst>
                <a:ext uri="{FF2B5EF4-FFF2-40B4-BE49-F238E27FC236}">
                  <a16:creationId xmlns:a16="http://schemas.microsoft.com/office/drawing/2014/main" id="{0F897730-47FA-4BFE-9179-EB266F73D73D}"/>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a:extLst>
                <a:ext uri="{FF2B5EF4-FFF2-40B4-BE49-F238E27FC236}">
                  <a16:creationId xmlns:a16="http://schemas.microsoft.com/office/drawing/2014/main" id="{D5E656B9-89CB-4EC3-B92C-FDC07A43A8C2}"/>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a:extLst>
                <a:ext uri="{FF2B5EF4-FFF2-40B4-BE49-F238E27FC236}">
                  <a16:creationId xmlns:a16="http://schemas.microsoft.com/office/drawing/2014/main" id="{00C7F6F8-C6AD-470A-9BDF-CC12530F652E}"/>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a:extLst>
                <a:ext uri="{FF2B5EF4-FFF2-40B4-BE49-F238E27FC236}">
                  <a16:creationId xmlns:a16="http://schemas.microsoft.com/office/drawing/2014/main" id="{1B5A7DC3-66FF-460C-8FF4-8CD4F1D238D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a:extLst>
                <a:ext uri="{FF2B5EF4-FFF2-40B4-BE49-F238E27FC236}">
                  <a16:creationId xmlns:a16="http://schemas.microsoft.com/office/drawing/2014/main" id="{5C819596-FCAC-4B9D-89DF-84A742D518C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a:extLst>
                <a:ext uri="{FF2B5EF4-FFF2-40B4-BE49-F238E27FC236}">
                  <a16:creationId xmlns:a16="http://schemas.microsoft.com/office/drawing/2014/main" id="{96538601-53E0-4B77-BD95-1F724F6B294B}"/>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a:extLst>
                <a:ext uri="{FF2B5EF4-FFF2-40B4-BE49-F238E27FC236}">
                  <a16:creationId xmlns:a16="http://schemas.microsoft.com/office/drawing/2014/main" id="{9DC4F0FC-8603-48CD-B789-7C5AD482510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367489323"/>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a:extLst>
              <a:ext uri="{FF2B5EF4-FFF2-40B4-BE49-F238E27FC236}">
                <a16:creationId xmlns:a16="http://schemas.microsoft.com/office/drawing/2014/main" id="{3ECFC215-6369-401E-B6AC-218FD669D6F0}"/>
              </a:ext>
            </a:extLst>
          </p:cNvPr>
          <p:cNvGrpSpPr>
            <a:grpSpLocks noChangeAspect="1"/>
          </p:cNvGrpSpPr>
          <p:nvPr userDrawn="1"/>
        </p:nvGrpSpPr>
        <p:grpSpPr>
          <a:xfrm>
            <a:off x="487298" y="374650"/>
            <a:ext cx="1998000" cy="374400"/>
            <a:chOff x="398463" y="404813"/>
            <a:chExt cx="1627187" cy="307976"/>
          </a:xfrm>
          <a:solidFill>
            <a:schemeClr val="tx1"/>
          </a:solidFill>
        </p:grpSpPr>
        <p:sp>
          <p:nvSpPr>
            <p:cNvPr id="20" name="Oval 5">
              <a:extLst>
                <a:ext uri="{FF2B5EF4-FFF2-40B4-BE49-F238E27FC236}">
                  <a16:creationId xmlns:a16="http://schemas.microsoft.com/office/drawing/2014/main" id="{4580AC00-70B2-49F3-B707-3958366A8DAA}"/>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a:extLst>
                <a:ext uri="{FF2B5EF4-FFF2-40B4-BE49-F238E27FC236}">
                  <a16:creationId xmlns:a16="http://schemas.microsoft.com/office/drawing/2014/main" id="{6BDE2F62-A429-47A6-82A4-56D6C54BE0A8}"/>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a:extLst>
                <a:ext uri="{FF2B5EF4-FFF2-40B4-BE49-F238E27FC236}">
                  <a16:creationId xmlns:a16="http://schemas.microsoft.com/office/drawing/2014/main" id="{5A4A463A-4C4B-46E5-B248-59ADB9E75B4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a:extLst>
                <a:ext uri="{FF2B5EF4-FFF2-40B4-BE49-F238E27FC236}">
                  <a16:creationId xmlns:a16="http://schemas.microsoft.com/office/drawing/2014/main" id="{D9F00FE1-7EF5-441C-A37E-380AF88D9BB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a:extLst>
                <a:ext uri="{FF2B5EF4-FFF2-40B4-BE49-F238E27FC236}">
                  <a16:creationId xmlns:a16="http://schemas.microsoft.com/office/drawing/2014/main" id="{F6D0F874-8EDD-4845-982B-C61F4FDEE632}"/>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a:extLst>
                <a:ext uri="{FF2B5EF4-FFF2-40B4-BE49-F238E27FC236}">
                  <a16:creationId xmlns:a16="http://schemas.microsoft.com/office/drawing/2014/main" id="{088AC029-4BDF-4D42-AA67-5B83E6E0762C}"/>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a:extLst>
                <a:ext uri="{FF2B5EF4-FFF2-40B4-BE49-F238E27FC236}">
                  <a16:creationId xmlns:a16="http://schemas.microsoft.com/office/drawing/2014/main" id="{6C563912-25FA-49DB-BA0B-8A8C7BB1510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a:extLst>
                <a:ext uri="{FF2B5EF4-FFF2-40B4-BE49-F238E27FC236}">
                  <a16:creationId xmlns:a16="http://schemas.microsoft.com/office/drawing/2014/main" id="{6B3D9B8C-ED23-4F7A-91E1-A67B2D1DD82E}"/>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a:extLst>
                <a:ext uri="{FF2B5EF4-FFF2-40B4-BE49-F238E27FC236}">
                  <a16:creationId xmlns:a16="http://schemas.microsoft.com/office/drawing/2014/main" id="{B6DB1AB2-B3FA-40D6-8C53-9FDC1B0886C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a:extLst>
                <a:ext uri="{FF2B5EF4-FFF2-40B4-BE49-F238E27FC236}">
                  <a16:creationId xmlns:a16="http://schemas.microsoft.com/office/drawing/2014/main" id="{8767DD56-A16A-4566-A6D0-35161838428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261940649"/>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89" y="586423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a:extLst>
              <a:ext uri="{FF2B5EF4-FFF2-40B4-BE49-F238E27FC236}">
                <a16:creationId xmlns:a16="http://schemas.microsoft.com/office/drawing/2014/main" id="{5766FE7D-79F8-4A4E-9141-95794015FEDB}"/>
              </a:ext>
            </a:extLst>
          </p:cNvPr>
          <p:cNvGrpSpPr>
            <a:grpSpLocks noChangeAspect="1"/>
          </p:cNvGrpSpPr>
          <p:nvPr userDrawn="1"/>
        </p:nvGrpSpPr>
        <p:grpSpPr>
          <a:xfrm>
            <a:off x="501650" y="374650"/>
            <a:ext cx="1998000" cy="374400"/>
            <a:chOff x="398463" y="404813"/>
            <a:chExt cx="1627187" cy="307976"/>
          </a:xfrm>
          <a:solidFill>
            <a:schemeClr val="tx1"/>
          </a:solidFill>
        </p:grpSpPr>
        <p:sp>
          <p:nvSpPr>
            <p:cNvPr id="23" name="Oval 5">
              <a:extLst>
                <a:ext uri="{FF2B5EF4-FFF2-40B4-BE49-F238E27FC236}">
                  <a16:creationId xmlns:a16="http://schemas.microsoft.com/office/drawing/2014/main" id="{6BFCE0C2-5EF5-47DF-9ADC-82B573E55EA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a:extLst>
                <a:ext uri="{FF2B5EF4-FFF2-40B4-BE49-F238E27FC236}">
                  <a16:creationId xmlns:a16="http://schemas.microsoft.com/office/drawing/2014/main" id="{FA53CE30-6EFE-4161-9E4B-0B5EC9FB0675}"/>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a:extLst>
                <a:ext uri="{FF2B5EF4-FFF2-40B4-BE49-F238E27FC236}">
                  <a16:creationId xmlns:a16="http://schemas.microsoft.com/office/drawing/2014/main" id="{A996C8BA-010D-471F-B975-2742F968C54B}"/>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a:extLst>
                <a:ext uri="{FF2B5EF4-FFF2-40B4-BE49-F238E27FC236}">
                  <a16:creationId xmlns:a16="http://schemas.microsoft.com/office/drawing/2014/main" id="{9D1AAB96-3212-483A-9542-DECC5C4C054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a:extLst>
                <a:ext uri="{FF2B5EF4-FFF2-40B4-BE49-F238E27FC236}">
                  <a16:creationId xmlns:a16="http://schemas.microsoft.com/office/drawing/2014/main" id="{054A6E18-3862-4801-83B5-4C01D3AE77A0}"/>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a:extLst>
                <a:ext uri="{FF2B5EF4-FFF2-40B4-BE49-F238E27FC236}">
                  <a16:creationId xmlns:a16="http://schemas.microsoft.com/office/drawing/2014/main" id="{5A97E61E-4678-4FBD-AA60-843A9F8A77B7}"/>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a:extLst>
                <a:ext uri="{FF2B5EF4-FFF2-40B4-BE49-F238E27FC236}">
                  <a16:creationId xmlns:a16="http://schemas.microsoft.com/office/drawing/2014/main" id="{E5BEE0FC-7BEA-47F0-BBD8-A1BC65697C1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a:extLst>
                <a:ext uri="{FF2B5EF4-FFF2-40B4-BE49-F238E27FC236}">
                  <a16:creationId xmlns:a16="http://schemas.microsoft.com/office/drawing/2014/main" id="{50A19D3C-6B20-40BB-95D1-5FE8A825775F}"/>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a:extLst>
                <a:ext uri="{FF2B5EF4-FFF2-40B4-BE49-F238E27FC236}">
                  <a16:creationId xmlns:a16="http://schemas.microsoft.com/office/drawing/2014/main" id="{31760973-7722-4EBC-8095-202F720D506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a:extLst>
                <a:ext uri="{FF2B5EF4-FFF2-40B4-BE49-F238E27FC236}">
                  <a16:creationId xmlns:a16="http://schemas.microsoft.com/office/drawing/2014/main" id="{78E9907F-3008-442E-BCC1-D24ECA617EE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7393657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a:extLst>
              <a:ext uri="{FF2B5EF4-FFF2-40B4-BE49-F238E27FC236}">
                <a16:creationId xmlns:a16="http://schemas.microsoft.com/office/drawing/2014/main" id="{5A9A9C36-24C1-4F83-B895-AC2E679D805C}"/>
              </a:ext>
            </a:extLst>
          </p:cNvPr>
          <p:cNvGrpSpPr>
            <a:grpSpLocks noChangeAspect="1"/>
          </p:cNvGrpSpPr>
          <p:nvPr userDrawn="1"/>
        </p:nvGrpSpPr>
        <p:grpSpPr>
          <a:xfrm>
            <a:off x="501650" y="374650"/>
            <a:ext cx="1998000" cy="374400"/>
            <a:chOff x="398463" y="404813"/>
            <a:chExt cx="1627187" cy="307976"/>
          </a:xfrm>
          <a:solidFill>
            <a:schemeClr val="tx1"/>
          </a:solidFill>
        </p:grpSpPr>
        <p:sp>
          <p:nvSpPr>
            <p:cNvPr id="20" name="Oval 5">
              <a:extLst>
                <a:ext uri="{FF2B5EF4-FFF2-40B4-BE49-F238E27FC236}">
                  <a16:creationId xmlns:a16="http://schemas.microsoft.com/office/drawing/2014/main" id="{8E6146E0-7800-414E-B88F-E8DF0F73F57F}"/>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a:extLst>
                <a:ext uri="{FF2B5EF4-FFF2-40B4-BE49-F238E27FC236}">
                  <a16:creationId xmlns:a16="http://schemas.microsoft.com/office/drawing/2014/main" id="{CC1D1666-388A-4D29-92C5-52377D5DE3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a:extLst>
                <a:ext uri="{FF2B5EF4-FFF2-40B4-BE49-F238E27FC236}">
                  <a16:creationId xmlns:a16="http://schemas.microsoft.com/office/drawing/2014/main" id="{9A9C3437-0D95-42B0-9990-F96DA485714A}"/>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a:extLst>
                <a:ext uri="{FF2B5EF4-FFF2-40B4-BE49-F238E27FC236}">
                  <a16:creationId xmlns:a16="http://schemas.microsoft.com/office/drawing/2014/main" id="{04DD3CA4-97E3-4390-BC45-CB8571BD6A97}"/>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a:extLst>
                <a:ext uri="{FF2B5EF4-FFF2-40B4-BE49-F238E27FC236}">
                  <a16:creationId xmlns:a16="http://schemas.microsoft.com/office/drawing/2014/main" id="{CA36D8D9-A424-4758-BA9C-46AB2D7B62F5}"/>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a:extLst>
                <a:ext uri="{FF2B5EF4-FFF2-40B4-BE49-F238E27FC236}">
                  <a16:creationId xmlns:a16="http://schemas.microsoft.com/office/drawing/2014/main" id="{1D8EED8E-F8E3-4137-8916-339FC37E0C0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a:extLst>
                <a:ext uri="{FF2B5EF4-FFF2-40B4-BE49-F238E27FC236}">
                  <a16:creationId xmlns:a16="http://schemas.microsoft.com/office/drawing/2014/main" id="{00267E0E-22FD-4DA4-BC10-8374AC15F2A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a:extLst>
                <a:ext uri="{FF2B5EF4-FFF2-40B4-BE49-F238E27FC236}">
                  <a16:creationId xmlns:a16="http://schemas.microsoft.com/office/drawing/2014/main" id="{D52A79B8-43F1-4512-A467-4FD29CBE462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a:extLst>
                <a:ext uri="{FF2B5EF4-FFF2-40B4-BE49-F238E27FC236}">
                  <a16:creationId xmlns:a16="http://schemas.microsoft.com/office/drawing/2014/main" id="{7DEC9846-1ADE-4B00-ACDD-8F3F531889BE}"/>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a:extLst>
                <a:ext uri="{FF2B5EF4-FFF2-40B4-BE49-F238E27FC236}">
                  <a16:creationId xmlns:a16="http://schemas.microsoft.com/office/drawing/2014/main" id="{9F09B1CE-1145-4B23-BCA0-CB6B93D98EB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41067963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5" name="CaseCode"/>
          <p:cNvSpPr txBox="1"/>
          <p:nvPr userDrawn="1"/>
        </p:nvSpPr>
        <p:spPr>
          <a:xfrm>
            <a:off x="6335184"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7"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8" name="TextBox 7"/>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67933756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4067"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3"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5" name="TextBox 14"/>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885843124"/>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4656346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55786809"/>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20011088"/>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22558876"/>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5"/>
            <a:ext cx="915236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39027741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647199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20020660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
        <p:nvSpPr>
          <p:cNvPr id="10"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1"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2" name="TextBox 11"/>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62340585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97836331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marL="0" indent="0" algn="l">
              <a:buFontTx/>
              <a:buNone/>
              <a:tabLst>
                <a:tab pos="6729413" algn="r"/>
              </a:tabLst>
              <a:defRPr/>
            </a:lvl1pPr>
            <a:lvl2pPr marL="127000" indent="-127000">
              <a:tabLst>
                <a:tab pos="6729413" algn="r"/>
              </a:tabLst>
              <a:defRPr/>
            </a:lvl2pPr>
            <a:lvl3pPr marL="279400" indent="-127000">
              <a:tabLst>
                <a:tab pos="6729413" algn="r"/>
              </a:tabLst>
              <a:defRPr/>
            </a:lvl3pPr>
            <a:lvl4pPr marL="431800" indent="-127000">
              <a:tabLst>
                <a:tab pos="6729413" algn="r"/>
              </a:tabLst>
              <a:defRPr/>
            </a:lvl4pPr>
            <a:lvl5pPr marL="584200" indent="-127000">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12829276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7808339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00918899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66528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9530371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652881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2" y="1665289"/>
            <a:ext cx="11188699" cy="392112"/>
          </a:xfrm>
        </p:spPr>
        <p:txBody>
          <a:bodyPr/>
          <a:lstStyle/>
          <a:p>
            <a:pPr lvl="0"/>
            <a:r>
              <a:rPr lang="en-US" noProof="0"/>
              <a:t>Edit Master text styles</a:t>
            </a:r>
          </a:p>
        </p:txBody>
      </p:sp>
    </p:spTree>
    <p:extLst>
      <p:ext uri="{BB962C8B-B14F-4D97-AF65-F5344CB8AC3E}">
        <p14:creationId xmlns:p14="http://schemas.microsoft.com/office/powerpoint/2010/main" val="110501893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Edit Master text styles</a:t>
            </a:r>
          </a:p>
        </p:txBody>
      </p:sp>
    </p:spTree>
    <p:extLst>
      <p:ext uri="{BB962C8B-B14F-4D97-AF65-F5344CB8AC3E}">
        <p14:creationId xmlns:p14="http://schemas.microsoft.com/office/powerpoint/2010/main" val="221998570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1981920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137322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3397" name="think-cell Slide" r:id="rId4" imgW="592" imgH="591" progId="TCLayout.ActiveDocument.1">
                  <p:embed/>
                </p:oleObj>
              </mc:Choice>
              <mc:Fallback>
                <p:oleObj name="think-cell Slide" r:id="rId4" imgW="592" imgH="591" progId="TCLayout.ActiveDocument.1">
                  <p:embed/>
                  <p:pic>
                    <p:nvPicPr>
                      <p:cNvPr id="2" name="Object 1" hidden="1"/>
                      <p:cNvPicPr/>
                      <p:nvPr/>
                    </p:nvPicPr>
                    <p:blipFill>
                      <a:blip r:embed="rId5"/>
                      <a:stretch>
                        <a:fillRect/>
                      </a:stretch>
                    </p:blipFill>
                    <p:spPr>
                      <a:xfrm>
                        <a:off x="2118" y="1589"/>
                        <a:ext cx="2116" cy="1587"/>
                      </a:xfrm>
                      <a:prstGeom prst="rect">
                        <a:avLst/>
                      </a:prstGeom>
                    </p:spPr>
                  </p:pic>
                </p:oleObj>
              </mc:Fallback>
            </mc:AlternateContent>
          </a:graphicData>
        </a:graphic>
      </p:graphicFrame>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1" y="2125013"/>
            <a:ext cx="5349129"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355130216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25099" y="2125013"/>
            <a:ext cx="5608320"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Chart Placeholder 2"/>
          <p:cNvSpPr>
            <a:spLocks noGrp="1"/>
          </p:cNvSpPr>
          <p:nvPr>
            <p:ph type="chart" sz="quarter" idx="24"/>
          </p:nvPr>
        </p:nvSpPr>
        <p:spPr>
          <a:xfrm>
            <a:off x="354313" y="2125013"/>
            <a:ext cx="5608320" cy="3996000"/>
          </a:xfrm>
        </p:spPr>
        <p:txBody>
          <a:bodyPr/>
          <a:lstStyle/>
          <a:p>
            <a:r>
              <a:rPr lang="en-US" noProof="0"/>
              <a:t>Click icon to add chart</a:t>
            </a:r>
            <a:endParaRPr lang="en-US" noProof="0"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7248719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374481001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4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299440823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06624"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06624"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700213"/>
            <a:ext cx="2706624"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700213"/>
            <a:ext cx="2706624"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49" y="3108509"/>
            <a:ext cx="2706624" cy="3264408"/>
          </a:xfrm>
        </p:spPr>
        <p:txBody>
          <a:bodyPr/>
          <a:lstStyle>
            <a:lvl1pPr marL="0" indent="0" algn="l" rtl="0" eaLnBrk="1" latinLnBrk="0" hangingPunct="1">
              <a:spcBef>
                <a:spcPts val="0"/>
              </a:spcBef>
              <a:spcAft>
                <a:spcPts val="1000"/>
              </a:spcAft>
              <a:buSzPct val="100000"/>
              <a:buFontTx/>
              <a:buNone/>
              <a:tabLst>
                <a:tab pos="5029200" algn="r"/>
              </a:tabLst>
              <a:defRPr lang="en-US" sz="1200" b="0" kern="1200" noProof="0" dirty="0" smtClean="0">
                <a:solidFill>
                  <a:schemeClr val="tx1"/>
                </a:solidFill>
                <a:latin typeface="+mn-lt"/>
                <a:ea typeface="+mn-ea"/>
                <a:cs typeface="+mn-cs"/>
              </a:defRPr>
            </a:lvl1pPr>
            <a:lvl2pPr marL="1270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2pPr>
            <a:lvl3pPr marL="2794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3pPr>
            <a:lvl4pPr marL="4318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smtClean="0">
                <a:solidFill>
                  <a:schemeClr val="tx1"/>
                </a:solidFill>
                <a:latin typeface="+mn-lt"/>
                <a:ea typeface="+mn-ea"/>
                <a:cs typeface="+mn-cs"/>
              </a:defRPr>
            </a:lvl4pPr>
            <a:lvl5pPr marL="584200" indent="-127000" algn="l" rtl="0" eaLnBrk="1" latinLnBrk="0" hangingPunct="1">
              <a:spcBef>
                <a:spcPts val="0"/>
              </a:spcBef>
              <a:spcAft>
                <a:spcPts val="1000"/>
              </a:spcAft>
              <a:buClrTx/>
              <a:buSzPct val="100000"/>
              <a:buFont typeface="Arial" panose="020B0604020202020204" pitchFamily="34" charset="0"/>
              <a:buChar char="−"/>
              <a:tabLst>
                <a:tab pos="5029200" algn="r"/>
              </a:tabLst>
              <a:defRPr lang="en-US" sz="1200" b="0" kern="1200" noProof="0" dirty="0">
                <a:solidFill>
                  <a:schemeClr val="tx1"/>
                </a:solidFill>
                <a:latin typeface="+mn-lt"/>
                <a:ea typeface="+mn-ea"/>
                <a:cs typeface="+mn-cs"/>
              </a:defRPr>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62660" y="3108509"/>
            <a:ext cx="2706624" cy="3264408"/>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1" name="Text Placeholder 8"/>
          <p:cNvSpPr>
            <a:spLocks noGrp="1"/>
          </p:cNvSpPr>
          <p:nvPr>
            <p:ph type="body" sz="quarter" idx="19"/>
          </p:nvPr>
        </p:nvSpPr>
        <p:spPr>
          <a:xfrm>
            <a:off x="3332155" y="3108509"/>
            <a:ext cx="2706624" cy="3264408"/>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2" name="Text Placeholder 8"/>
          <p:cNvSpPr>
            <a:spLocks noGrp="1"/>
          </p:cNvSpPr>
          <p:nvPr>
            <p:ph type="body" sz="quarter" idx="20"/>
          </p:nvPr>
        </p:nvSpPr>
        <p:spPr>
          <a:xfrm>
            <a:off x="8993167" y="3108509"/>
            <a:ext cx="2706624" cy="3264408"/>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54695547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userDrawn="1"/>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683483" y="1880213"/>
            <a:ext cx="3288000" cy="1944000"/>
          </a:xfrm>
        </p:spPr>
        <p:txBody>
          <a:bodyPr vert="horz" lIns="0" tIns="0" rIns="0" bIns="0" rtlCol="0">
            <a:noAutofit/>
          </a:bodyPr>
          <a:lstStyle>
            <a:lvl1pPr marL="0" indent="0" algn="l">
              <a:spcAft>
                <a:spcPts val="0"/>
              </a:spcAft>
              <a:buFontTx/>
              <a:buNone/>
              <a:defRPr lang="en-US" noProof="0" dirty="0" smtClean="0"/>
            </a:lvl1pPr>
            <a:lvl2pPr marL="127000" indent="-127000" algn="l">
              <a:spcAft>
                <a:spcPts val="0"/>
              </a:spcAft>
              <a:buClrTx/>
              <a:buSzPct val="100000"/>
              <a:buFont typeface="Arial" panose="020B0604020202020204" pitchFamily="34" charset="0"/>
              <a:buChar char="•"/>
              <a:defRPr lang="en-US" noProof="0" dirty="0" smtClean="0"/>
            </a:lvl2pPr>
          </a:lstStyle>
          <a:p>
            <a:pPr lvl="0">
              <a:buFontTx/>
              <a:tabLst>
                <a:tab pos="5029200" algn="r"/>
              </a:tabLst>
            </a:pPr>
            <a:r>
              <a:rPr lang="en-US" noProof="0"/>
              <a:t>Edit Master text styles</a:t>
            </a:r>
          </a:p>
          <a:p>
            <a:pPr lvl="1">
              <a:buFontTx/>
              <a:tabLst>
                <a:tab pos="5029200" algn="r"/>
              </a:tabLst>
            </a:pPr>
            <a:r>
              <a:rPr lang="en-US" noProof="0"/>
              <a:t>Second level</a:t>
            </a:r>
          </a:p>
        </p:txBody>
      </p:sp>
      <p:sp>
        <p:nvSpPr>
          <p:cNvPr id="14" name="Text Placeholder 12"/>
          <p:cNvSpPr>
            <a:spLocks noGrp="1"/>
          </p:cNvSpPr>
          <p:nvPr>
            <p:ph type="body" sz="quarter" idx="33"/>
          </p:nvPr>
        </p:nvSpPr>
        <p:spPr>
          <a:xfrm>
            <a:off x="8396560" y="1880213"/>
            <a:ext cx="329184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Edit Master text styles</a:t>
            </a:r>
          </a:p>
          <a:p>
            <a:pPr lvl="1">
              <a:buFontTx/>
              <a:tabLst>
                <a:tab pos="5029200" algn="r"/>
              </a:tabLst>
            </a:pPr>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Edit Master text styles</a:t>
            </a:r>
          </a:p>
          <a:p>
            <a:pPr lvl="1">
              <a:buFontTx/>
              <a:tabLst>
                <a:tab pos="5029200" algn="r"/>
              </a:tabLst>
            </a:pPr>
            <a:r>
              <a:rPr lang="en-US" noProof="0"/>
              <a:t>Second level</a:t>
            </a:r>
          </a:p>
        </p:txBody>
      </p:sp>
      <p:sp>
        <p:nvSpPr>
          <p:cNvPr id="16" name="Text Placeholder 12"/>
          <p:cNvSpPr>
            <a:spLocks noGrp="1"/>
          </p:cNvSpPr>
          <p:nvPr>
            <p:ph type="body" sz="quarter" idx="35"/>
          </p:nvPr>
        </p:nvSpPr>
        <p:spPr>
          <a:xfrm>
            <a:off x="8396560" y="4256213"/>
            <a:ext cx="3291840" cy="1944000"/>
          </a:xfrm>
        </p:spPr>
        <p:txBody>
          <a:bodyPr vert="horz" lIns="0" tIns="0" rIns="0" bIns="0" rtlCol="0">
            <a:noAutofit/>
          </a:bodyPr>
          <a:lstStyle>
            <a:lvl1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1pPr>
            <a:lvl2pPr algn="l" defTabSz="914400" rtl="0" eaLnBrk="1" latinLnBrk="0" hangingPunct="1">
              <a:spcBef>
                <a:spcPts val="0"/>
              </a:spcBef>
              <a:spcAft>
                <a:spcPts val="0"/>
              </a:spcAft>
              <a:buSzPct val="100000"/>
              <a:tabLst>
                <a:tab pos="5029200" algn="r"/>
              </a:tabLst>
              <a:defRPr lang="en-US" sz="1200" b="0" kern="1200" noProof="0" dirty="0" smtClean="0">
                <a:solidFill>
                  <a:schemeClr val="tx1"/>
                </a:solidFill>
                <a:latin typeface="+mn-lt"/>
                <a:ea typeface="+mn-ea"/>
                <a:cs typeface="+mn-cs"/>
              </a:defRPr>
            </a:lvl2pPr>
          </a:lstStyle>
          <a:p>
            <a:pPr lvl="0">
              <a:buFontTx/>
              <a:tabLst>
                <a:tab pos="5029200" algn="r"/>
              </a:tabLst>
            </a:pPr>
            <a:r>
              <a:rPr lang="en-US" noProof="0"/>
              <a:t>Edit Master text styles</a:t>
            </a:r>
          </a:p>
          <a:p>
            <a:pPr lvl="1">
              <a:buFontTx/>
              <a:tabLst>
                <a:tab pos="5029200" algn="r"/>
              </a:tabLst>
            </a:pPr>
            <a:r>
              <a:rPr lang="en-US" noProof="0"/>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111420785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1" y="1700214"/>
            <a:ext cx="36576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40265" y="1700214"/>
            <a:ext cx="3657600"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0957" y="1700214"/>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57600" cy="2095200"/>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0959"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40265"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67582454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155366548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9" name="Text Placeholder 8"/>
          <p:cNvSpPr>
            <a:spLocks noGrp="1"/>
          </p:cNvSpPr>
          <p:nvPr>
            <p:ph type="body" sz="quarter" idx="21"/>
          </p:nvPr>
        </p:nvSpPr>
        <p:spPr>
          <a:xfrm>
            <a:off x="6246193"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354146901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9280"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9" name="Text Placeholder 8"/>
          <p:cNvSpPr>
            <a:spLocks noGrp="1"/>
          </p:cNvSpPr>
          <p:nvPr>
            <p:ph type="body" sz="quarter" idx="21"/>
          </p:nvPr>
        </p:nvSpPr>
        <p:spPr>
          <a:xfrm>
            <a:off x="6246195" y="185789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509280" y="1705378"/>
            <a:ext cx="5462016"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62016"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10464050"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9280" y="4249682"/>
            <a:ext cx="5462016" cy="169545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1" name="Text Placeholder 8"/>
          <p:cNvSpPr>
            <a:spLocks noGrp="1"/>
          </p:cNvSpPr>
          <p:nvPr>
            <p:ph type="body" sz="quarter" idx="23"/>
          </p:nvPr>
        </p:nvSpPr>
        <p:spPr>
          <a:xfrm>
            <a:off x="6246195" y="4249682"/>
            <a:ext cx="5462016" cy="1695450"/>
          </a:xfrm>
        </p:spPr>
        <p:txBody>
          <a:bodyPr vert="horz" lIns="0" tIns="0" rIns="0" bIns="0" rtlCol="0">
            <a:noAutofit/>
          </a:bodyPr>
          <a:lstStyle>
            <a:lvl1pPr>
              <a:defRPr lang="en-US" noProof="0" smtClean="0"/>
            </a:lvl1pPr>
            <a:lvl2pPr>
              <a:defRPr lang="en-US" noProof="0" smtClean="0"/>
            </a:lvl2pPr>
            <a:lvl3pPr>
              <a:defRPr lang="en-US" b="0" noProof="0" smtClean="0"/>
            </a:lvl3pPr>
            <a:lvl4pPr>
              <a:defRPr lang="en-US" b="0" noProof="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2" name="Rectangle 11"/>
          <p:cNvSpPr/>
          <p:nvPr userDrawn="1"/>
        </p:nvSpPr>
        <p:spPr>
          <a:xfrm>
            <a:off x="509280" y="4103518"/>
            <a:ext cx="54620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userDrawn="1"/>
        </p:nvSpPr>
        <p:spPr>
          <a:xfrm>
            <a:off x="6246195" y="4103518"/>
            <a:ext cx="54620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4731915"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64051"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1090"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122958375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4327289" y="1705968"/>
            <a:ext cx="354787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504000" y="1700214"/>
            <a:ext cx="3547872"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8150577" y="1705968"/>
            <a:ext cx="354787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7289"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8" name="Text Placeholder 8"/>
          <p:cNvSpPr>
            <a:spLocks noGrp="1"/>
          </p:cNvSpPr>
          <p:nvPr>
            <p:ph type="body" sz="quarter" idx="18"/>
          </p:nvPr>
        </p:nvSpPr>
        <p:spPr>
          <a:xfrm>
            <a:off x="504000"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9" name="Text Placeholder 8"/>
          <p:cNvSpPr>
            <a:spLocks noGrp="1"/>
          </p:cNvSpPr>
          <p:nvPr>
            <p:ph type="body" sz="quarter" idx="19"/>
          </p:nvPr>
        </p:nvSpPr>
        <p:spPr>
          <a:xfrm>
            <a:off x="8150577" y="1851441"/>
            <a:ext cx="3547872" cy="3845754"/>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179530656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vert="horz" lIns="0" tIns="0" rIns="0" bIns="0" rtlCol="0">
            <a:noAutofit/>
          </a:bodyPr>
          <a:lstStyle>
            <a:lvl1pPr>
              <a:defRPr lang="en-US" noProof="0" dirty="0" smtClean="0"/>
            </a:lvl1pPr>
            <a:lvl2pPr>
              <a:defRPr lang="en-US" noProof="0" dirty="0" smtClean="0"/>
            </a:lvl2pPr>
            <a:lvl3pPr>
              <a:defRPr lang="en-US" b="0" noProof="0" dirty="0" smtClean="0"/>
            </a:lvl3pPr>
            <a:lvl4pPr>
              <a:defRPr lang="en-US" b="0" noProof="0" dirty="0" smtClean="0"/>
            </a:lvl4pPr>
            <a:lvl5pPr>
              <a:defRPr lang="en-US" b="0" noProof="0" dirty="0"/>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Tree>
    <p:extLst>
      <p:ext uri="{BB962C8B-B14F-4D97-AF65-F5344CB8AC3E}">
        <p14:creationId xmlns:p14="http://schemas.microsoft.com/office/powerpoint/2010/main" val="28116773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0"/>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vert="horz" lIns="0" tIns="0" rIns="0" bIns="0" rtlCol="0">
            <a:noAutofit/>
          </a:bodyPr>
          <a:lstStyle>
            <a:lvl1pPr>
              <a:defRPr lang="en-US" noProof="0" smtClean="0">
                <a:solidFill>
                  <a:schemeClr val="bg1"/>
                </a:solidFill>
              </a:defRPr>
            </a:lvl1pPr>
            <a:lvl2pPr>
              <a:defRPr lang="en-US" noProof="0" smtClean="0">
                <a:solidFill>
                  <a:schemeClr val="bg1"/>
                </a:solidFill>
              </a:defRPr>
            </a:lvl2pPr>
            <a:lvl3pPr>
              <a:defRPr lang="en-US" b="0" noProof="0" smtClean="0">
                <a:solidFill>
                  <a:schemeClr val="bg1"/>
                </a:solidFill>
              </a:defRPr>
            </a:lvl3pPr>
            <a:lvl4pPr>
              <a:defRPr lang="en-US" b="0" noProof="0" smtClean="0">
                <a:solidFill>
                  <a:schemeClr val="bg1"/>
                </a:solidFill>
              </a:defRPr>
            </a:lvl4pPr>
            <a:lvl5pPr>
              <a:defRPr lang="en-US" b="0" noProof="0" dirty="0">
                <a:solidFill>
                  <a:schemeClr val="bg1"/>
                </a:solidFill>
              </a:defRPr>
            </a:lvl5pPr>
          </a:lstStyle>
          <a:p>
            <a:pPr lvl="0">
              <a:buFontTx/>
              <a:tabLst>
                <a:tab pos="5029200" algn="r"/>
              </a:tabLst>
            </a:pPr>
            <a:r>
              <a:rPr lang="en-US" noProof="0"/>
              <a:t>Edit Master text styles</a:t>
            </a:r>
          </a:p>
          <a:p>
            <a:pPr lvl="1">
              <a:buFontTx/>
              <a:tabLst>
                <a:tab pos="5029200" algn="r"/>
              </a:tabLst>
            </a:pPr>
            <a:r>
              <a:rPr lang="en-US" noProof="0"/>
              <a:t>Second level</a:t>
            </a:r>
          </a:p>
          <a:p>
            <a:pPr lvl="2">
              <a:buFontTx/>
              <a:tabLst>
                <a:tab pos="5029200" algn="r"/>
              </a:tabLst>
            </a:pPr>
            <a:r>
              <a:rPr lang="en-US" noProof="0"/>
              <a:t>Third level</a:t>
            </a:r>
          </a:p>
          <a:p>
            <a:pPr lvl="3">
              <a:buFontTx/>
              <a:tabLst>
                <a:tab pos="5029200" algn="r"/>
              </a:tabLst>
            </a:pPr>
            <a:r>
              <a:rPr lang="en-US" noProof="0"/>
              <a:t>Fourth level</a:t>
            </a:r>
          </a:p>
          <a:p>
            <a:pPr lvl="4">
              <a:buFontTx/>
              <a:tabLst>
                <a:tab pos="5029200" algn="r"/>
              </a:tabLst>
            </a:pPr>
            <a:r>
              <a:rPr lang="en-US" noProof="0"/>
              <a:t>Fifth level</a:t>
            </a:r>
            <a:endParaRPr lang="en-US" noProof="0" dirty="0"/>
          </a:p>
        </p:txBody>
      </p:sp>
      <p:sp>
        <p:nvSpPr>
          <p:cNvPr id="8" name="Text Placeholder 8"/>
          <p:cNvSpPr>
            <a:spLocks noGrp="1"/>
          </p:cNvSpPr>
          <p:nvPr>
            <p:ph type="body" sz="quarter" idx="13" hasCustomPrompt="1"/>
          </p:nvPr>
        </p:nvSpPr>
        <p:spPr>
          <a:xfrm>
            <a:off x="501650" y="687695"/>
            <a:ext cx="11188701"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CaseCode"/>
          <p:cNvSpPr txBox="1"/>
          <p:nvPr userDrawn="1"/>
        </p:nvSpPr>
        <p:spPr>
          <a:xfrm>
            <a:off x="6335184"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501648"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a:solidFill>
                  <a:schemeClr val="bg1"/>
                </a:solidFill>
              </a:rPr>
              <a:t>Copyright © 2017 Deloitte Development LLC. All rights reserved.</a:t>
            </a:r>
          </a:p>
        </p:txBody>
      </p:sp>
      <p:sp>
        <p:nvSpPr>
          <p:cNvPr id="15" name="TextBox 14"/>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1446820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60938091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14049449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50897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vmlDrawing" Target="../drawings/vmlDrawing1.v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2373"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userDrawn="1"/>
        </p:nvSpPr>
        <p:spPr>
          <a:xfrm>
            <a:off x="501649" y="6477000"/>
            <a:ext cx="5355168" cy="201260"/>
          </a:xfrm>
          <a:prstGeom prst="rect">
            <a:avLst/>
          </a:prstGeom>
          <a:noFill/>
        </p:spPr>
        <p:txBody>
          <a:bodyPr vert="horz" wrap="square" lIns="0" tIns="0" rIns="0" bIns="0" rtlCol="0" anchor="t">
            <a:noAutofit/>
          </a:bodyPr>
          <a:lstStyle/>
          <a:p>
            <a:pPr marL="0" indent="0" algn="l" defTabSz="914400" rtl="0" eaLnBrk="1" latinLnBrk="0" hangingPunct="1">
              <a:spcBef>
                <a:spcPts val="600"/>
              </a:spcBef>
              <a:buSzPct val="100000"/>
              <a:buFont typeface="Arial"/>
              <a:buNone/>
            </a:pPr>
            <a:r>
              <a:rPr lang="en-US" sz="650" b="0" noProof="0" dirty="0">
                <a:solidFill>
                  <a:schemeClr val="tx1"/>
                </a:solidFill>
                <a:latin typeface="+mn-lt"/>
              </a:rPr>
              <a:t>Copyright © 2019 Deloitte Development LLC. All rights reserved.</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7" y="6477001"/>
            <a:ext cx="307975"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59413537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790" r:id="rId33"/>
    <p:sldLayoutId id="2147483791" r:id="rId34"/>
    <p:sldLayoutId id="2147483792" r:id="rId35"/>
    <p:sldLayoutId id="2147483793" r:id="rId36"/>
    <p:sldLayoutId id="2147483794" r:id="rId37"/>
    <p:sldLayoutId id="2147483795" r:id="rId38"/>
    <p:sldLayoutId id="2147483796" r:id="rId39"/>
    <p:sldLayoutId id="2147483797" r:id="rId40"/>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Tx/>
        <a:buNone/>
        <a:defRPr sz="1200" b="0" kern="1200">
          <a:solidFill>
            <a:schemeClr val="tx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112">
          <p15:clr>
            <a:srgbClr val="F26B43"/>
          </p15:clr>
        </p15:guide>
        <p15:guide id="2" orient="horz" pos="2160">
          <p15:clr>
            <a:srgbClr val="F26B43"/>
          </p15:clr>
        </p15:guide>
        <p15:guide id="3" orient="horz" pos="4020">
          <p15:clr>
            <a:srgbClr val="F26B43"/>
          </p15:clr>
        </p15:guide>
        <p15:guide id="4" pos="316">
          <p15:clr>
            <a:srgbClr val="F26B43"/>
          </p15:clr>
        </p15:guide>
        <p15:guide id="5" pos="7364">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4961">
          <p15:clr>
            <a:srgbClr val="F26B43"/>
          </p15:clr>
        </p15:guide>
        <p15:guide id="11" orient="horz" pos="236">
          <p15:clr>
            <a:srgbClr val="F26B43"/>
          </p15:clr>
        </p15:guide>
        <p15:guide id="12" pos="1363">
          <p15:clr>
            <a:srgbClr val="F26B43"/>
          </p15:clr>
        </p15:guide>
        <p15:guide id="13" pos="1516">
          <p15:clr>
            <a:srgbClr val="F26B43"/>
          </p15:clr>
        </p15:guide>
        <p15:guide id="14" pos="2560">
          <p15:clr>
            <a:srgbClr val="F26B43"/>
          </p15:clr>
        </p15:guide>
        <p15:guide id="15" pos="2711">
          <p15:clr>
            <a:srgbClr val="F26B43"/>
          </p15:clr>
        </p15:guide>
        <p15:guide id="16" pos="6160">
          <p15:clr>
            <a:srgbClr val="F26B43"/>
          </p15:clr>
        </p15:guide>
        <p15:guide id="17" pos="3764">
          <p15:clr>
            <a:srgbClr val="F26B43"/>
          </p15:clr>
        </p15:guide>
        <p15:guide id="18" pos="3916">
          <p15:clr>
            <a:srgbClr val="F26B43"/>
          </p15:clr>
        </p15:guide>
        <p15:guide id="19" pos="3840">
          <p15:clr>
            <a:srgbClr val="F26B43"/>
          </p15:clr>
        </p15:guide>
        <p15:guide id="20" pos="6312">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8135" y="954112"/>
            <a:ext cx="4787344" cy="4910117"/>
          </a:xfrm>
          <a:ln>
            <a:solidFill>
              <a:schemeClr val="accent5">
                <a:lumMod val="75000"/>
              </a:schemeClr>
            </a:solidFill>
          </a:ln>
        </p:spPr>
        <p:txBody>
          <a:bodyPr/>
          <a:lstStyle/>
          <a:p>
            <a:r>
              <a:rPr lang="en-US" dirty="0"/>
              <a:t>MEC, Cochin</a:t>
            </a:r>
          </a:p>
        </p:txBody>
      </p:sp>
      <p:sp>
        <p:nvSpPr>
          <p:cNvPr id="3" name="Subtitle 2"/>
          <p:cNvSpPr>
            <a:spLocks noGrp="1"/>
          </p:cNvSpPr>
          <p:nvPr>
            <p:ph type="subTitle" idx="1"/>
          </p:nvPr>
        </p:nvSpPr>
        <p:spPr/>
        <p:txBody>
          <a:bodyPr/>
          <a:lstStyle/>
          <a:p>
            <a:r>
              <a:rPr lang="en-US" dirty="0"/>
              <a:t>Campus Profiler</a:t>
            </a:r>
          </a:p>
        </p:txBody>
      </p:sp>
      <p:sp>
        <p:nvSpPr>
          <p:cNvPr id="4" name="Text Placeholder 3"/>
          <p:cNvSpPr>
            <a:spLocks noGrp="1"/>
          </p:cNvSpPr>
          <p:nvPr>
            <p:ph type="body" sz="quarter" idx="10"/>
          </p:nvPr>
        </p:nvSpPr>
        <p:spPr/>
        <p:txBody>
          <a:bodyPr/>
          <a:lstStyle/>
          <a:p>
            <a:r>
              <a:rPr lang="en-US" dirty="0"/>
              <a:t>2019</a:t>
            </a:r>
          </a:p>
        </p:txBody>
      </p:sp>
    </p:spTree>
    <p:extLst>
      <p:ext uri="{BB962C8B-B14F-4D97-AF65-F5344CB8AC3E}">
        <p14:creationId xmlns:p14="http://schemas.microsoft.com/office/powerpoint/2010/main" val="374520299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9" name="Double Bracket 128">
            <a:extLst>
              <a:ext uri="{FF2B5EF4-FFF2-40B4-BE49-F238E27FC236}">
                <a16:creationId xmlns:a16="http://schemas.microsoft.com/office/drawing/2014/main" id="{88326761-0655-4176-B6C2-B19D733ABB5E}"/>
              </a:ext>
            </a:extLst>
          </p:cNvPr>
          <p:cNvSpPr/>
          <p:nvPr/>
        </p:nvSpPr>
        <p:spPr>
          <a:xfrm>
            <a:off x="1240480" y="5316060"/>
            <a:ext cx="4751588" cy="439564"/>
          </a:xfrm>
          <a:prstGeom prst="bracketPair">
            <a:avLst>
              <a:gd name="adj" fmla="val 15034"/>
            </a:avLst>
          </a:prstGeom>
          <a:solidFill>
            <a:schemeClr val="bg1">
              <a:lumMod val="95000"/>
            </a:schemeClr>
          </a:solidFill>
          <a:ln>
            <a:solidFill>
              <a:srgbClr val="0097A9"/>
            </a:solidFill>
          </a:ln>
        </p:spPr>
        <p:style>
          <a:lnRef idx="1">
            <a:schemeClr val="accent1"/>
          </a:lnRef>
          <a:fillRef idx="0">
            <a:schemeClr val="accent1"/>
          </a:fillRef>
          <a:effectRef idx="0">
            <a:schemeClr val="accent1"/>
          </a:effectRef>
          <a:fontRef idx="minor">
            <a:schemeClr val="tx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Alumni details: Surya George </a:t>
            </a:r>
          </a:p>
        </p:txBody>
      </p:sp>
      <p:sp>
        <p:nvSpPr>
          <p:cNvPr id="5" name="Title 4"/>
          <p:cNvSpPr>
            <a:spLocks noGrp="1"/>
          </p:cNvSpPr>
          <p:nvPr>
            <p:ph type="title"/>
          </p:nvPr>
        </p:nvSpPr>
        <p:spPr/>
        <p:txBody>
          <a:bodyPr/>
          <a:lstStyle/>
          <a:p>
            <a:r>
              <a:rPr lang="en-US" dirty="0">
                <a:solidFill>
                  <a:schemeClr val="bg1"/>
                </a:solidFill>
              </a:rPr>
              <a:t>Govt. Model Engineering College, Cochin</a:t>
            </a:r>
          </a:p>
        </p:txBody>
      </p:sp>
      <p:sp>
        <p:nvSpPr>
          <p:cNvPr id="10" name="Content Placeholder 9"/>
          <p:cNvSpPr>
            <a:spLocks noGrp="1"/>
          </p:cNvSpPr>
          <p:nvPr>
            <p:ph idx="1"/>
          </p:nvPr>
        </p:nvSpPr>
        <p:spPr>
          <a:xfrm>
            <a:off x="501650" y="850765"/>
            <a:ext cx="11119393" cy="639405"/>
          </a:xfrm>
        </p:spPr>
        <p:txBody>
          <a:bodyPr/>
          <a:lstStyle/>
          <a:p>
            <a:r>
              <a:rPr lang="en-US" dirty="0" err="1">
                <a:solidFill>
                  <a:schemeClr val="bg1"/>
                </a:solidFill>
              </a:rPr>
              <a:t>overnment</a:t>
            </a:r>
            <a:r>
              <a:rPr lang="en-US" dirty="0">
                <a:solidFill>
                  <a:schemeClr val="bg1"/>
                </a:solidFill>
              </a:rPr>
              <a:t> Model Engineering College, </a:t>
            </a:r>
            <a:r>
              <a:rPr lang="en-US" dirty="0" err="1">
                <a:solidFill>
                  <a:schemeClr val="bg1"/>
                </a:solidFill>
              </a:rPr>
              <a:t>Thrikkakara</a:t>
            </a:r>
            <a:r>
              <a:rPr lang="en-US" dirty="0">
                <a:solidFill>
                  <a:schemeClr val="bg1"/>
                </a:solidFill>
              </a:rPr>
              <a:t> (MEC) is an institute of engineering and technology located in </a:t>
            </a:r>
            <a:r>
              <a:rPr lang="en-US" dirty="0" err="1">
                <a:solidFill>
                  <a:schemeClr val="bg1"/>
                </a:solidFill>
              </a:rPr>
              <a:t>Thrikkakara</a:t>
            </a:r>
            <a:r>
              <a:rPr lang="en-US" dirty="0">
                <a:solidFill>
                  <a:schemeClr val="bg1"/>
                </a:solidFill>
              </a:rPr>
              <a:t>, Kochi, Kerala in South India. Founded in 1989, it is among the top ranked engineering colleges in Kerala, and one of the top engineering schools in India. The institution is the first self-financing college to be established by the Government of Kerala under the aegis of the Institute of Human Resource Development for Electronics (now IHRD) and the first to be affiliated to Cochin University of Science and Technology</a:t>
            </a:r>
          </a:p>
        </p:txBody>
      </p:sp>
      <p:grpSp>
        <p:nvGrpSpPr>
          <p:cNvPr id="79" name="Group 78">
            <a:extLst>
              <a:ext uri="{FF2B5EF4-FFF2-40B4-BE49-F238E27FC236}">
                <a16:creationId xmlns:a16="http://schemas.microsoft.com/office/drawing/2014/main" id="{E522EF0A-129F-4938-9023-1F97C66EB409}"/>
              </a:ext>
            </a:extLst>
          </p:cNvPr>
          <p:cNvGrpSpPr/>
          <p:nvPr/>
        </p:nvGrpSpPr>
        <p:grpSpPr>
          <a:xfrm>
            <a:off x="517845" y="3287691"/>
            <a:ext cx="11156309" cy="266700"/>
            <a:chOff x="-1892447" y="1333500"/>
            <a:chExt cx="11156309" cy="266700"/>
          </a:xfrm>
          <a:solidFill>
            <a:schemeClr val="accent5">
              <a:lumMod val="75000"/>
            </a:schemeClr>
          </a:solidFill>
        </p:grpSpPr>
        <p:cxnSp>
          <p:nvCxnSpPr>
            <p:cNvPr id="80" name="Straight Connector 79">
              <a:extLst>
                <a:ext uri="{FF2B5EF4-FFF2-40B4-BE49-F238E27FC236}">
                  <a16:creationId xmlns:a16="http://schemas.microsoft.com/office/drawing/2014/main" id="{01ED6EBD-7AF7-4EB8-A4F4-318587784EA6}"/>
                </a:ext>
              </a:extLst>
            </p:cNvPr>
            <p:cNvCxnSpPr>
              <a:cxnSpLocks/>
            </p:cNvCxnSpPr>
            <p:nvPr/>
          </p:nvCxnSpPr>
          <p:spPr>
            <a:xfrm flipV="1">
              <a:off x="-1892447" y="1453304"/>
              <a:ext cx="11156309" cy="21505"/>
            </a:xfrm>
            <a:prstGeom prst="line">
              <a:avLst/>
            </a:prstGeom>
            <a:grpFill/>
            <a:ln cap="rnd">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1" name="Rectangle: Rounded Corners 80">
              <a:extLst>
                <a:ext uri="{FF2B5EF4-FFF2-40B4-BE49-F238E27FC236}">
                  <a16:creationId xmlns:a16="http://schemas.microsoft.com/office/drawing/2014/main" id="{3E653185-9208-44B1-B6E8-5AD7F5550DF3}"/>
                </a:ext>
              </a:extLst>
            </p:cNvPr>
            <p:cNvSpPr/>
            <p:nvPr/>
          </p:nvSpPr>
          <p:spPr bwMode="gray">
            <a:xfrm>
              <a:off x="978919" y="1333500"/>
              <a:ext cx="4511386" cy="266700"/>
            </a:xfrm>
            <a:prstGeom prst="roundRect">
              <a:avLst>
                <a:gd name="adj" fmla="val 50000"/>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900" b="1" i="0" u="none" strike="noStrike" kern="1200" cap="none" spc="0" normalizeH="0" baseline="0" noProof="0" dirty="0">
                  <a:ln>
                    <a:noFill/>
                  </a:ln>
                  <a:solidFill>
                    <a:prstClr val="white"/>
                  </a:solidFill>
                  <a:effectLst/>
                  <a:uLnTx/>
                  <a:uFillTx/>
                  <a:latin typeface="Verdana"/>
                  <a:ea typeface="+mn-ea"/>
                  <a:cs typeface="+mn-cs"/>
                </a:rPr>
                <a:t>Campus hiring statistics</a:t>
              </a:r>
            </a:p>
          </p:txBody>
        </p:sp>
      </p:grpSp>
      <p:grpSp>
        <p:nvGrpSpPr>
          <p:cNvPr id="2" name="Group 1">
            <a:extLst>
              <a:ext uri="{FF2B5EF4-FFF2-40B4-BE49-F238E27FC236}">
                <a16:creationId xmlns:a16="http://schemas.microsoft.com/office/drawing/2014/main" id="{66B9B522-DB9C-4540-B51A-679E1F83DE3A}"/>
              </a:ext>
            </a:extLst>
          </p:cNvPr>
          <p:cNvGrpSpPr/>
          <p:nvPr/>
        </p:nvGrpSpPr>
        <p:grpSpPr>
          <a:xfrm>
            <a:off x="501650" y="1764345"/>
            <a:ext cx="11188700" cy="1249173"/>
            <a:chOff x="1935432" y="1764345"/>
            <a:chExt cx="8338869" cy="1249173"/>
          </a:xfrm>
        </p:grpSpPr>
        <p:grpSp>
          <p:nvGrpSpPr>
            <p:cNvPr id="3" name="Group 2">
              <a:extLst>
                <a:ext uri="{FF2B5EF4-FFF2-40B4-BE49-F238E27FC236}">
                  <a16:creationId xmlns:a16="http://schemas.microsoft.com/office/drawing/2014/main" id="{FC3384A0-AC33-4DE1-AB86-DA6B2C9738BA}"/>
                </a:ext>
              </a:extLst>
            </p:cNvPr>
            <p:cNvGrpSpPr/>
            <p:nvPr/>
          </p:nvGrpSpPr>
          <p:grpSpPr>
            <a:xfrm>
              <a:off x="1935432" y="1764345"/>
              <a:ext cx="3545426" cy="266700"/>
              <a:chOff x="411431" y="1764345"/>
              <a:chExt cx="5529425" cy="266700"/>
            </a:xfrm>
          </p:grpSpPr>
          <p:cxnSp>
            <p:nvCxnSpPr>
              <p:cNvPr id="54" name="Straight Connector 53">
                <a:extLst>
                  <a:ext uri="{FF2B5EF4-FFF2-40B4-BE49-F238E27FC236}">
                    <a16:creationId xmlns:a16="http://schemas.microsoft.com/office/drawing/2014/main" id="{5E8804A3-575D-478A-9325-D7651FF6644F}"/>
                  </a:ext>
                </a:extLst>
              </p:cNvPr>
              <p:cNvCxnSpPr>
                <a:cxnSpLocks/>
              </p:cNvCxnSpPr>
              <p:nvPr/>
            </p:nvCxnSpPr>
            <p:spPr>
              <a:xfrm>
                <a:off x="411431" y="1884149"/>
                <a:ext cx="5529425" cy="0"/>
              </a:xfrm>
              <a:prstGeom prst="line">
                <a:avLst/>
              </a:prstGeom>
              <a:ln cap="rnd">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7" name="Rectangle: Rounded Corners 66">
                <a:extLst>
                  <a:ext uri="{FF2B5EF4-FFF2-40B4-BE49-F238E27FC236}">
                    <a16:creationId xmlns:a16="http://schemas.microsoft.com/office/drawing/2014/main" id="{5A7A4B68-CFE3-4596-8F6B-470A2B6CA8DE}"/>
                  </a:ext>
                </a:extLst>
              </p:cNvPr>
              <p:cNvSpPr/>
              <p:nvPr/>
            </p:nvSpPr>
            <p:spPr bwMode="gray">
              <a:xfrm>
                <a:off x="920450" y="1764345"/>
                <a:ext cx="4511386" cy="266700"/>
              </a:xfrm>
              <a:prstGeom prst="roundRect">
                <a:avLst>
                  <a:gd name="adj" fmla="val 50000"/>
                </a:avLst>
              </a:prstGeom>
              <a:solidFill>
                <a:schemeClr val="accent5">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1000" b="1" i="0" u="none" strike="noStrike" kern="1200" cap="none" spc="0" normalizeH="0" baseline="0" noProof="0" dirty="0">
                    <a:ln>
                      <a:noFill/>
                    </a:ln>
                    <a:solidFill>
                      <a:prstClr val="white"/>
                    </a:solidFill>
                    <a:effectLst/>
                    <a:uLnTx/>
                    <a:uFillTx/>
                    <a:latin typeface="Verdana"/>
                    <a:ea typeface="+mn-ea"/>
                    <a:cs typeface="+mn-cs"/>
                  </a:rPr>
                  <a:t>Key details</a:t>
                </a:r>
              </a:p>
            </p:txBody>
          </p:sp>
        </p:grpSp>
        <p:sp>
          <p:nvSpPr>
            <p:cNvPr id="72" name="Double Bracket 71">
              <a:extLst>
                <a:ext uri="{FF2B5EF4-FFF2-40B4-BE49-F238E27FC236}">
                  <a16:creationId xmlns:a16="http://schemas.microsoft.com/office/drawing/2014/main" id="{8A19D89F-52F4-4D57-8E7D-8561E78F65C6}"/>
                </a:ext>
              </a:extLst>
            </p:cNvPr>
            <p:cNvSpPr/>
            <p:nvPr/>
          </p:nvSpPr>
          <p:spPr>
            <a:xfrm>
              <a:off x="1947502" y="2133177"/>
              <a:ext cx="3533357" cy="880339"/>
            </a:xfrm>
            <a:prstGeom prst="bracketPair">
              <a:avLst>
                <a:gd name="adj" fmla="val 2673"/>
              </a:avLst>
            </a:prstGeom>
            <a:solidFill>
              <a:schemeClr val="bg1">
                <a:lumMod val="95000"/>
              </a:schemeClr>
            </a:solidFill>
            <a:ln>
              <a:solidFill>
                <a:schemeClr val="accent1"/>
              </a:solidFill>
            </a:ln>
          </p:spPr>
          <p:txBody>
            <a:bodyPr wrap="square" lIns="45720" tIns="45720" rIns="45720" bIns="45720" anchor="ctr">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Profiles visiting: Technology Consulting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Visiting the campus since: 2014, 5 years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Deloitte tier: 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Placement </a:t>
              </a:r>
              <a:r>
                <a:rPr lang="en-US" sz="900" dirty="0">
                  <a:solidFill>
                    <a:prstClr val="black"/>
                  </a:solidFill>
                  <a:latin typeface="Verdana"/>
                </a:rPr>
                <a:t>Coordinator</a:t>
              </a:r>
              <a:r>
                <a:rPr kumimoji="0" lang="en-US" sz="900" b="0" i="0" u="none" strike="noStrike" kern="1200" cap="none" spc="0" normalizeH="0" baseline="0" noProof="0" dirty="0">
                  <a:ln>
                    <a:noFill/>
                  </a:ln>
                  <a:solidFill>
                    <a:prstClr val="black"/>
                  </a:solidFill>
                  <a:effectLst/>
                  <a:uLnTx/>
                  <a:uFillTx/>
                  <a:latin typeface="Verdana"/>
                  <a:ea typeface="+mn-ea"/>
                  <a:cs typeface="+mn-cs"/>
                </a:rPr>
                <a:t>: </a:t>
              </a:r>
              <a:r>
                <a:rPr lang="en-US" sz="900" dirty="0">
                  <a:solidFill>
                    <a:prstClr val="black"/>
                  </a:solidFill>
                  <a:latin typeface="Verdana"/>
                </a:rPr>
                <a:t>Bindya Bhaskaran</a:t>
              </a:r>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75" name="Group 74">
              <a:extLst>
                <a:ext uri="{FF2B5EF4-FFF2-40B4-BE49-F238E27FC236}">
                  <a16:creationId xmlns:a16="http://schemas.microsoft.com/office/drawing/2014/main" id="{6D0FC139-291B-4CDF-83E3-80A1D466C6B1}"/>
                </a:ext>
              </a:extLst>
            </p:cNvPr>
            <p:cNvGrpSpPr/>
            <p:nvPr/>
          </p:nvGrpSpPr>
          <p:grpSpPr>
            <a:xfrm>
              <a:off x="5757950" y="1764345"/>
              <a:ext cx="4464697" cy="266700"/>
              <a:chOff x="411431" y="1764345"/>
              <a:chExt cx="5529425" cy="266700"/>
            </a:xfrm>
          </p:grpSpPr>
          <p:cxnSp>
            <p:nvCxnSpPr>
              <p:cNvPr id="76" name="Straight Connector 75">
                <a:extLst>
                  <a:ext uri="{FF2B5EF4-FFF2-40B4-BE49-F238E27FC236}">
                    <a16:creationId xmlns:a16="http://schemas.microsoft.com/office/drawing/2014/main" id="{7A0B0C2C-BB15-4867-981A-1084A7C50F16}"/>
                  </a:ext>
                </a:extLst>
              </p:cNvPr>
              <p:cNvCxnSpPr>
                <a:cxnSpLocks/>
              </p:cNvCxnSpPr>
              <p:nvPr/>
            </p:nvCxnSpPr>
            <p:spPr>
              <a:xfrm>
                <a:off x="411431" y="1884149"/>
                <a:ext cx="5529425" cy="0"/>
              </a:xfrm>
              <a:prstGeom prst="line">
                <a:avLst/>
              </a:prstGeom>
              <a:ln cap="rnd">
                <a:solidFill>
                  <a:schemeClr val="bg1">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77" name="Rectangle: Rounded Corners 76">
                <a:extLst>
                  <a:ext uri="{FF2B5EF4-FFF2-40B4-BE49-F238E27FC236}">
                    <a16:creationId xmlns:a16="http://schemas.microsoft.com/office/drawing/2014/main" id="{9A3EB394-AFEB-419A-AB75-0F807A25711E}"/>
                  </a:ext>
                </a:extLst>
              </p:cNvPr>
              <p:cNvSpPr/>
              <p:nvPr/>
            </p:nvSpPr>
            <p:spPr bwMode="gray">
              <a:xfrm>
                <a:off x="920450" y="1764345"/>
                <a:ext cx="4511386" cy="266700"/>
              </a:xfrm>
              <a:prstGeom prst="roundRect">
                <a:avLst>
                  <a:gd name="adj" fmla="val 50000"/>
                </a:avLst>
              </a:prstGeom>
              <a:solidFill>
                <a:schemeClr val="accent5">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1000" b="1" i="0" u="none" strike="noStrike" kern="1200" cap="none" spc="0" normalizeH="0" baseline="0" noProof="0" dirty="0">
                    <a:ln>
                      <a:noFill/>
                    </a:ln>
                    <a:solidFill>
                      <a:prstClr val="white"/>
                    </a:solidFill>
                    <a:effectLst/>
                    <a:uLnTx/>
                    <a:uFillTx/>
                    <a:latin typeface="Verdana"/>
                    <a:ea typeface="+mn-ea"/>
                    <a:cs typeface="+mn-cs"/>
                  </a:rPr>
                  <a:t>Target pool</a:t>
                </a:r>
              </a:p>
            </p:txBody>
          </p:sp>
        </p:grpSp>
        <p:sp>
          <p:nvSpPr>
            <p:cNvPr id="78" name="Double Bracket 77">
              <a:extLst>
                <a:ext uri="{FF2B5EF4-FFF2-40B4-BE49-F238E27FC236}">
                  <a16:creationId xmlns:a16="http://schemas.microsoft.com/office/drawing/2014/main" id="{B88EE02B-FF6D-45A4-84E7-41156C6A0535}"/>
                </a:ext>
              </a:extLst>
            </p:cNvPr>
            <p:cNvSpPr/>
            <p:nvPr/>
          </p:nvSpPr>
          <p:spPr>
            <a:xfrm>
              <a:off x="5685170" y="2133177"/>
              <a:ext cx="4589131" cy="880341"/>
            </a:xfrm>
            <a:prstGeom prst="bracketPair">
              <a:avLst>
                <a:gd name="adj" fmla="val 2673"/>
              </a:avLst>
            </a:prstGeom>
            <a:solidFill>
              <a:schemeClr val="bg1">
                <a:lumMod val="95000"/>
              </a:schemeClr>
            </a:solidFill>
            <a:ln>
              <a:solidFill>
                <a:schemeClr val="accent1"/>
              </a:solidFill>
            </a:ln>
          </p:spPr>
          <p:txBody>
            <a:bodyPr wrap="square" lIns="45720" tIns="45720" rIns="45720" bIns="45720" numCol="2" anchor="ctr">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Branches targeted: </a:t>
              </a:r>
              <a:r>
                <a:rPr kumimoji="0" lang="en-US" sz="900" b="1" i="0" u="none" strike="noStrike" kern="1200" cap="none" spc="0" normalizeH="0" baseline="0" noProof="0" dirty="0">
                  <a:ln>
                    <a:noFill/>
                  </a:ln>
                  <a:solidFill>
                    <a:prstClr val="black"/>
                  </a:solidFill>
                  <a:effectLst/>
                  <a:uLnTx/>
                  <a:uFillTx/>
                  <a:latin typeface="Verdana"/>
                  <a:ea typeface="+mn-ea"/>
                  <a:cs typeface="+mn-cs"/>
                </a:rPr>
                <a:t>B.E</a:t>
              </a:r>
              <a:r>
                <a:rPr kumimoji="0" lang="en-US" sz="900" b="0" i="0" u="none" strike="noStrike" kern="1200" cap="none" spc="0" normalizeH="0" baseline="0" noProof="0" dirty="0">
                  <a:ln>
                    <a:noFill/>
                  </a:ln>
                  <a:solidFill>
                    <a:prstClr val="black"/>
                  </a:solidFill>
                  <a:effectLst/>
                  <a:uLnTx/>
                  <a:uFillTx/>
                  <a:latin typeface="Verdana"/>
                  <a:ea typeface="+mn-ea"/>
                  <a:cs typeface="+mn-cs"/>
                </a:rPr>
                <a:t>—CS, IT, Electronics, Electronics &amp; Telecommunications, </a:t>
              </a:r>
              <a:r>
                <a:rPr kumimoji="0" lang="en-US" sz="900" b="1" i="0" u="none" strike="noStrike" kern="1200" cap="none" spc="0" normalizeH="0" baseline="0" noProof="0" dirty="0">
                  <a:ln>
                    <a:noFill/>
                  </a:ln>
                  <a:solidFill>
                    <a:prstClr val="black"/>
                  </a:solidFill>
                  <a:effectLst/>
                  <a:uLnTx/>
                  <a:uFillTx/>
                  <a:latin typeface="Verdana"/>
                  <a:ea typeface="+mn-ea"/>
                  <a:cs typeface="+mn-cs"/>
                </a:rPr>
                <a:t>M.E</a:t>
              </a:r>
              <a:r>
                <a:rPr kumimoji="0" lang="en-US" sz="900" b="0" i="0" u="none" strike="noStrike" kern="1200" cap="none" spc="0" normalizeH="0" baseline="0" noProof="0" dirty="0">
                  <a:ln>
                    <a:noFill/>
                  </a:ln>
                  <a:solidFill>
                    <a:prstClr val="black"/>
                  </a:solidFill>
                  <a:effectLst/>
                  <a:uLnTx/>
                  <a:uFillTx/>
                  <a:latin typeface="Verdana"/>
                  <a:ea typeface="+mn-ea"/>
                  <a:cs typeface="+mn-cs"/>
                </a:rPr>
                <a:t>—CS </a:t>
              </a:r>
              <a:br>
                <a:rPr kumimoji="0" lang="en-US" sz="900" b="0" i="0" u="none" strike="noStrike" kern="1200" cap="none" spc="0" normalizeH="0" baseline="0" noProof="0" dirty="0">
                  <a:ln>
                    <a:noFill/>
                  </a:ln>
                  <a:solidFill>
                    <a:prstClr val="black"/>
                  </a:solidFill>
                  <a:effectLst/>
                  <a:uLnTx/>
                  <a:uFillTx/>
                  <a:latin typeface="Verdana"/>
                  <a:ea typeface="+mn-ea"/>
                  <a:cs typeface="+mn-cs"/>
                </a:rPr>
              </a:br>
              <a:r>
                <a:rPr kumimoji="0" lang="en-US" sz="900" b="0" i="0" u="none" strike="noStrike" kern="1200" cap="none" spc="0" normalizeH="0" baseline="0" noProof="0" dirty="0">
                  <a:ln>
                    <a:noFill/>
                  </a:ln>
                  <a:solidFill>
                    <a:prstClr val="black"/>
                  </a:solidFill>
                  <a:effectLst/>
                  <a:uLnTx/>
                  <a:uFillTx/>
                  <a:latin typeface="Verdana"/>
                  <a:ea typeface="+mn-ea"/>
                  <a:cs typeface="+mn-cs"/>
                </a:rPr>
                <a:t>&amp; IT &amp; </a:t>
              </a:r>
              <a:r>
                <a:rPr kumimoji="0" lang="en-US" sz="900" b="1" i="0" u="none" strike="noStrike" kern="1200" cap="none" spc="0" normalizeH="0" baseline="0" noProof="0" dirty="0">
                  <a:ln>
                    <a:noFill/>
                  </a:ln>
                  <a:solidFill>
                    <a:prstClr val="black"/>
                  </a:solidFill>
                  <a:effectLst/>
                  <a:uLnTx/>
                  <a:uFillTx/>
                  <a:latin typeface="Verdana"/>
                  <a:ea typeface="+mn-ea"/>
                  <a:cs typeface="+mn-cs"/>
                </a:rPr>
                <a:t>MCA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Applications: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Source WIN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Online Test Clears: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Test Clears WIN%: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JAM Groups Count: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Competition on Campus: ZS Associates, Mu Sigma</a:t>
              </a:r>
            </a:p>
          </p:txBody>
        </p:sp>
        <p:sp>
          <p:nvSpPr>
            <p:cNvPr id="88" name="Rectangle 1975">
              <a:extLst>
                <a:ext uri="{FF2B5EF4-FFF2-40B4-BE49-F238E27FC236}">
                  <a16:creationId xmlns:a16="http://schemas.microsoft.com/office/drawing/2014/main" id="{CCF38B64-C91F-45F8-B16E-FC21D7C17E81}"/>
                </a:ext>
              </a:extLst>
            </p:cNvPr>
            <p:cNvSpPr/>
            <p:nvPr/>
          </p:nvSpPr>
          <p:spPr bwMode="gray">
            <a:xfrm>
              <a:off x="5480859" y="2379519"/>
              <a:ext cx="204311" cy="424895"/>
            </a:xfrm>
            <a:custGeom>
              <a:avLst/>
              <a:gdLst>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 name="connsiteX0" fmla="*/ 0 w 981825"/>
                <a:gd name="connsiteY0" fmla="*/ 0 h 424895"/>
                <a:gd name="connsiteX1" fmla="*/ 981825 w 981825"/>
                <a:gd name="connsiteY1" fmla="*/ 0 h 424895"/>
                <a:gd name="connsiteX2" fmla="*/ 981825 w 981825"/>
                <a:gd name="connsiteY2" fmla="*/ 424895 h 424895"/>
                <a:gd name="connsiteX3" fmla="*/ 0 w 981825"/>
                <a:gd name="connsiteY3" fmla="*/ 424895 h 424895"/>
                <a:gd name="connsiteX4" fmla="*/ 0 w 981825"/>
                <a:gd name="connsiteY4" fmla="*/ 0 h 424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825" h="424895">
                  <a:moveTo>
                    <a:pt x="0" y="0"/>
                  </a:moveTo>
                  <a:cubicBezTo>
                    <a:pt x="331085" y="140970"/>
                    <a:pt x="532630" y="259080"/>
                    <a:pt x="981825" y="0"/>
                  </a:cubicBezTo>
                  <a:lnTo>
                    <a:pt x="981825" y="424895"/>
                  </a:lnTo>
                  <a:cubicBezTo>
                    <a:pt x="593590" y="287735"/>
                    <a:pt x="365375" y="276305"/>
                    <a:pt x="0" y="424895"/>
                  </a:cubicBezTo>
                  <a:lnTo>
                    <a:pt x="0" y="0"/>
                  </a:lnTo>
                  <a:close/>
                </a:path>
              </a:pathLst>
            </a:cu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800" b="1" i="0" u="none" strike="noStrike" kern="1200" cap="none" spc="0" normalizeH="0" baseline="0" noProof="0" dirty="0">
                <a:ln>
                  <a:noFill/>
                </a:ln>
                <a:solidFill>
                  <a:prstClr val="white"/>
                </a:solidFill>
                <a:effectLst/>
                <a:uLnTx/>
                <a:uFillTx/>
                <a:latin typeface="Verdana"/>
                <a:ea typeface="+mn-ea"/>
                <a:cs typeface="+mn-cs"/>
              </a:endParaRPr>
            </a:p>
          </p:txBody>
        </p:sp>
      </p:grpSp>
      <p:sp>
        <p:nvSpPr>
          <p:cNvPr id="89" name="Double Bracket 88">
            <a:extLst>
              <a:ext uri="{FF2B5EF4-FFF2-40B4-BE49-F238E27FC236}">
                <a16:creationId xmlns:a16="http://schemas.microsoft.com/office/drawing/2014/main" id="{F1981EBF-2225-4667-B1B1-947047821CE8}"/>
              </a:ext>
            </a:extLst>
          </p:cNvPr>
          <p:cNvSpPr/>
          <p:nvPr/>
        </p:nvSpPr>
        <p:spPr>
          <a:xfrm>
            <a:off x="501650" y="3677394"/>
            <a:ext cx="11119394" cy="1455386"/>
          </a:xfrm>
          <a:prstGeom prst="bracketPair">
            <a:avLst>
              <a:gd name="adj" fmla="val 2673"/>
            </a:avLst>
          </a:prstGeom>
          <a:solidFill>
            <a:schemeClr val="bg1">
              <a:lumMod val="95000"/>
            </a:schemeClr>
          </a:solidFill>
          <a:ln>
            <a:solidFill>
              <a:schemeClr val="accent1"/>
            </a:solidFill>
          </a:ln>
        </p:spPr>
        <p:txBody>
          <a:bodyPr wrap="square" lIns="45720" tIns="45720" rIns="45720" bIns="45720" anchor="ctr">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p:txBody>
      </p:sp>
      <p:graphicFrame>
        <p:nvGraphicFramePr>
          <p:cNvPr id="92" name="Content Placeholder 8">
            <a:extLst>
              <a:ext uri="{FF2B5EF4-FFF2-40B4-BE49-F238E27FC236}">
                <a16:creationId xmlns:a16="http://schemas.microsoft.com/office/drawing/2014/main" id="{9FB5F85F-3C2B-4721-B102-BAB1F0BD8703}"/>
              </a:ext>
            </a:extLst>
          </p:cNvPr>
          <p:cNvGraphicFramePr>
            <a:graphicFrameLocks/>
          </p:cNvGraphicFramePr>
          <p:nvPr>
            <p:extLst/>
          </p:nvPr>
        </p:nvGraphicFramePr>
        <p:xfrm>
          <a:off x="403386" y="3932137"/>
          <a:ext cx="10829296" cy="14985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3" name="Table 92">
            <a:extLst>
              <a:ext uri="{FF2B5EF4-FFF2-40B4-BE49-F238E27FC236}">
                <a16:creationId xmlns:a16="http://schemas.microsoft.com/office/drawing/2014/main" id="{72D85177-D527-44C1-8013-EB18BCAFE7A5}"/>
              </a:ext>
            </a:extLst>
          </p:cNvPr>
          <p:cNvGraphicFramePr>
            <a:graphicFrameLocks noGrp="1"/>
          </p:cNvGraphicFramePr>
          <p:nvPr>
            <p:extLst/>
          </p:nvPr>
        </p:nvGraphicFramePr>
        <p:xfrm>
          <a:off x="891184" y="3747000"/>
          <a:ext cx="9878086" cy="228600"/>
        </p:xfrm>
        <a:graphic>
          <a:graphicData uri="http://schemas.openxmlformats.org/drawingml/2006/table">
            <a:tbl>
              <a:tblPr firstRow="1" bandRow="1">
                <a:tableStyleId>{91EBBBCC-DAD2-459C-BE2E-F6DE35CF9A28}</a:tableStyleId>
              </a:tblPr>
              <a:tblGrid>
                <a:gridCol w="1805608">
                  <a:extLst>
                    <a:ext uri="{9D8B030D-6E8A-4147-A177-3AD203B41FA5}">
                      <a16:colId xmlns:a16="http://schemas.microsoft.com/office/drawing/2014/main" val="20000"/>
                    </a:ext>
                  </a:extLst>
                </a:gridCol>
                <a:gridCol w="5062827">
                  <a:extLst>
                    <a:ext uri="{9D8B030D-6E8A-4147-A177-3AD203B41FA5}">
                      <a16:colId xmlns:a16="http://schemas.microsoft.com/office/drawing/2014/main" val="1787583361"/>
                    </a:ext>
                  </a:extLst>
                </a:gridCol>
                <a:gridCol w="3009651">
                  <a:extLst>
                    <a:ext uri="{9D8B030D-6E8A-4147-A177-3AD203B41FA5}">
                      <a16:colId xmlns:a16="http://schemas.microsoft.com/office/drawing/2014/main" val="3649694801"/>
                    </a:ext>
                  </a:extLst>
                </a:gridCol>
              </a:tblGrid>
              <a:tr h="0">
                <a:tc>
                  <a:txBody>
                    <a:bodyPr/>
                    <a:lstStyle/>
                    <a:p>
                      <a:pPr algn="l"/>
                      <a:r>
                        <a:rPr lang="en-US" sz="900" b="1" dirty="0">
                          <a:solidFill>
                            <a:schemeClr val="tx1"/>
                          </a:solidFill>
                          <a:latin typeface="Verdana" panose="020B0604030504040204" pitchFamily="34" charset="0"/>
                          <a:ea typeface="Verdana" panose="020B0604030504040204" pitchFamily="34" charset="0"/>
                          <a:cs typeface="Verdana" panose="020B0604030504040204" pitchFamily="34" charset="0"/>
                        </a:rPr>
                        <a:t>Campus</a:t>
                      </a:r>
                      <a:r>
                        <a:rPr lang="en-US" sz="900" b="1" baseline="0" dirty="0">
                          <a:solidFill>
                            <a:schemeClr val="tx1"/>
                          </a:solidFill>
                          <a:latin typeface="Verdana" panose="020B0604030504040204" pitchFamily="34" charset="0"/>
                          <a:ea typeface="Verdana" panose="020B0604030504040204" pitchFamily="34" charset="0"/>
                          <a:cs typeface="Verdana" panose="020B0604030504040204" pitchFamily="34" charset="0"/>
                        </a:rPr>
                        <a:t> batch</a:t>
                      </a:r>
                      <a:endParaRPr lang="en-US" sz="9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1" dirty="0">
                          <a:solidFill>
                            <a:srgbClr val="86BC25"/>
                          </a:solidFill>
                          <a:latin typeface="Verdana" panose="020B0604030504040204" pitchFamily="34" charset="0"/>
                          <a:ea typeface="Verdana" panose="020B0604030504040204" pitchFamily="34" charset="0"/>
                          <a:cs typeface="Verdana" panose="020B0604030504040204" pitchFamily="34" charset="0"/>
                        </a:rPr>
                        <a:t>Offers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1" dirty="0">
                          <a:solidFill>
                            <a:schemeClr val="accent6"/>
                          </a:solidFill>
                          <a:latin typeface="Verdana" panose="020B0604030504040204" pitchFamily="34" charset="0"/>
                          <a:ea typeface="Verdana" panose="020B0604030504040204" pitchFamily="34" charset="0"/>
                          <a:cs typeface="Verdana" panose="020B0604030504040204" pitchFamily="34" charset="0"/>
                        </a:rPr>
                        <a:t>Joins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3565831"/>
                  </a:ext>
                </a:extLst>
              </a:tr>
            </a:tbl>
          </a:graphicData>
        </a:graphic>
      </p:graphicFrame>
      <p:sp>
        <p:nvSpPr>
          <p:cNvPr id="119" name="Double Bracket 118">
            <a:extLst>
              <a:ext uri="{FF2B5EF4-FFF2-40B4-BE49-F238E27FC236}">
                <a16:creationId xmlns:a16="http://schemas.microsoft.com/office/drawing/2014/main" id="{C9973BDF-B1C3-47E1-97EF-CF4DEA9E18F3}"/>
              </a:ext>
            </a:extLst>
          </p:cNvPr>
          <p:cNvSpPr/>
          <p:nvPr/>
        </p:nvSpPr>
        <p:spPr>
          <a:xfrm>
            <a:off x="6706551" y="5334000"/>
            <a:ext cx="4967603" cy="1047750"/>
          </a:xfrm>
          <a:prstGeom prst="bracketPair">
            <a:avLst>
              <a:gd name="adj" fmla="val 15034"/>
            </a:avLst>
          </a:prstGeom>
          <a:solidFill>
            <a:schemeClr val="bg1">
              <a:lumMod val="95000"/>
            </a:schemeClr>
          </a:solidFill>
          <a:ln>
            <a:solidFill>
              <a:srgbClr val="0097A9"/>
            </a:solidFill>
          </a:ln>
        </p:spPr>
        <p:style>
          <a:lnRef idx="1">
            <a:schemeClr val="accent1"/>
          </a:lnRef>
          <a:fillRef idx="0">
            <a:schemeClr val="accent1"/>
          </a:fillRef>
          <a:effectRef idx="0">
            <a:schemeClr val="accent1"/>
          </a:effectRef>
          <a:fontRef idx="minor">
            <a:schemeClr val="tx1"/>
          </a:fontRef>
        </p:style>
        <p:txBody>
          <a:bodyPr lIns="182880"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rPr>
              <a:t>Words that tick with the audience</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rPr>
              <a:t>EXCEL – The Annual technology fest of MEC Cochin</a:t>
            </a:r>
          </a:p>
        </p:txBody>
      </p:sp>
      <p:grpSp>
        <p:nvGrpSpPr>
          <p:cNvPr id="124" name="Group 123">
            <a:extLst>
              <a:ext uri="{FF2B5EF4-FFF2-40B4-BE49-F238E27FC236}">
                <a16:creationId xmlns:a16="http://schemas.microsoft.com/office/drawing/2014/main" id="{032D0844-03DB-4C24-AE49-1902C38A0CD2}"/>
              </a:ext>
            </a:extLst>
          </p:cNvPr>
          <p:cNvGrpSpPr/>
          <p:nvPr/>
        </p:nvGrpSpPr>
        <p:grpSpPr>
          <a:xfrm>
            <a:off x="6096000" y="5636258"/>
            <a:ext cx="610552" cy="411480"/>
            <a:chOff x="376238" y="5330102"/>
            <a:chExt cx="610552" cy="411480"/>
          </a:xfrm>
        </p:grpSpPr>
        <p:cxnSp>
          <p:nvCxnSpPr>
            <p:cNvPr id="125" name="Straight Connector 124">
              <a:extLst>
                <a:ext uri="{FF2B5EF4-FFF2-40B4-BE49-F238E27FC236}">
                  <a16:creationId xmlns:a16="http://schemas.microsoft.com/office/drawing/2014/main" id="{335DDFB4-0A9B-43BB-A290-2DA216ADB767}"/>
                </a:ext>
              </a:extLst>
            </p:cNvPr>
            <p:cNvCxnSpPr>
              <a:cxnSpLocks/>
              <a:endCxn id="127" idx="6"/>
            </p:cNvCxnSpPr>
            <p:nvPr/>
          </p:nvCxnSpPr>
          <p:spPr>
            <a:xfrm flipH="1" flipV="1">
              <a:off x="787718" y="5535842"/>
              <a:ext cx="199072" cy="171"/>
            </a:xfrm>
            <a:prstGeom prst="line">
              <a:avLst/>
            </a:prstGeom>
            <a:ln>
              <a:solidFill>
                <a:srgbClr val="0097A9"/>
              </a:solidFill>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E2FBB305-3BA5-4431-B570-4C25649EC85F}"/>
                </a:ext>
              </a:extLst>
            </p:cNvPr>
            <p:cNvSpPr/>
            <p:nvPr/>
          </p:nvSpPr>
          <p:spPr bwMode="gray">
            <a:xfrm>
              <a:off x="376238" y="5330102"/>
              <a:ext cx="411480" cy="411480"/>
            </a:xfrm>
            <a:prstGeom prst="ellipse">
              <a:avLst/>
            </a:prstGeom>
            <a:solidFill>
              <a:srgbClr val="0097A9"/>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000" b="1" i="0" u="none" strike="noStrike" kern="1200" cap="none" spc="0" normalizeH="0" baseline="0" noProof="0" dirty="0">
                <a:ln>
                  <a:noFill/>
                </a:ln>
                <a:solidFill>
                  <a:prstClr val="white"/>
                </a:solidFill>
                <a:effectLst/>
                <a:uLnTx/>
                <a:uFillTx/>
                <a:latin typeface="Verdana"/>
                <a:ea typeface="+mn-ea"/>
                <a:cs typeface="+mn-cs"/>
              </a:endParaRPr>
            </a:p>
          </p:txBody>
        </p:sp>
      </p:grpSp>
      <p:sp>
        <p:nvSpPr>
          <p:cNvPr id="130" name="Double Bracket 129">
            <a:extLst>
              <a:ext uri="{FF2B5EF4-FFF2-40B4-BE49-F238E27FC236}">
                <a16:creationId xmlns:a16="http://schemas.microsoft.com/office/drawing/2014/main" id="{0D4D6783-A4D4-4AF1-BC57-97438F60D0D2}"/>
              </a:ext>
            </a:extLst>
          </p:cNvPr>
          <p:cNvSpPr/>
          <p:nvPr/>
        </p:nvSpPr>
        <p:spPr>
          <a:xfrm>
            <a:off x="1240480" y="5922846"/>
            <a:ext cx="4751588" cy="439564"/>
          </a:xfrm>
          <a:prstGeom prst="bracketPair">
            <a:avLst>
              <a:gd name="adj" fmla="val 15034"/>
            </a:avLst>
          </a:prstGeom>
          <a:solidFill>
            <a:schemeClr val="bg1">
              <a:lumMod val="95000"/>
            </a:schemeClr>
          </a:solidFill>
          <a:ln>
            <a:solidFill>
              <a:srgbClr val="0097A9"/>
            </a:solidFill>
          </a:ln>
        </p:spPr>
        <p:style>
          <a:lnRef idx="1">
            <a:schemeClr val="accent1"/>
          </a:lnRef>
          <a:fillRef idx="0">
            <a:schemeClr val="accent1"/>
          </a:fillRef>
          <a:effectRef idx="0">
            <a:schemeClr val="accent1"/>
          </a:effectRef>
          <a:fontRef idx="minor">
            <a:schemeClr val="tx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CR 19 Target Offers: TBD</a:t>
            </a:r>
          </a:p>
        </p:txBody>
      </p:sp>
      <p:grpSp>
        <p:nvGrpSpPr>
          <p:cNvPr id="4" name="Group 3">
            <a:extLst>
              <a:ext uri="{FF2B5EF4-FFF2-40B4-BE49-F238E27FC236}">
                <a16:creationId xmlns:a16="http://schemas.microsoft.com/office/drawing/2014/main" id="{2B8893C7-F854-422A-B9BE-04DAE1F4385B}"/>
              </a:ext>
            </a:extLst>
          </p:cNvPr>
          <p:cNvGrpSpPr/>
          <p:nvPr/>
        </p:nvGrpSpPr>
        <p:grpSpPr>
          <a:xfrm>
            <a:off x="517845" y="5357570"/>
            <a:ext cx="722635" cy="1024180"/>
            <a:chOff x="1861108" y="5330102"/>
            <a:chExt cx="722635" cy="1024180"/>
          </a:xfrm>
        </p:grpSpPr>
        <p:grpSp>
          <p:nvGrpSpPr>
            <p:cNvPr id="7" name="Group 6">
              <a:extLst>
                <a:ext uri="{FF2B5EF4-FFF2-40B4-BE49-F238E27FC236}">
                  <a16:creationId xmlns:a16="http://schemas.microsoft.com/office/drawing/2014/main" id="{B9E541B0-7502-40C2-ACAE-8ABB1B1E4B1B}"/>
                </a:ext>
              </a:extLst>
            </p:cNvPr>
            <p:cNvGrpSpPr/>
            <p:nvPr/>
          </p:nvGrpSpPr>
          <p:grpSpPr>
            <a:xfrm>
              <a:off x="1861108" y="5330102"/>
              <a:ext cx="722635" cy="411480"/>
              <a:chOff x="376238" y="5330102"/>
              <a:chExt cx="696950" cy="411480"/>
            </a:xfrm>
          </p:grpSpPr>
          <p:cxnSp>
            <p:nvCxnSpPr>
              <p:cNvPr id="114" name="Straight Connector 113">
                <a:extLst>
                  <a:ext uri="{FF2B5EF4-FFF2-40B4-BE49-F238E27FC236}">
                    <a16:creationId xmlns:a16="http://schemas.microsoft.com/office/drawing/2014/main" id="{75EDC266-4D0C-44F0-A336-DC32D422DCAE}"/>
                  </a:ext>
                </a:extLst>
              </p:cNvPr>
              <p:cNvCxnSpPr>
                <a:cxnSpLocks/>
                <a:endCxn id="116" idx="6"/>
              </p:cNvCxnSpPr>
              <p:nvPr/>
            </p:nvCxnSpPr>
            <p:spPr>
              <a:xfrm flipH="1" flipV="1">
                <a:off x="787718" y="5535842"/>
                <a:ext cx="285470" cy="171"/>
              </a:xfrm>
              <a:prstGeom prst="line">
                <a:avLst/>
              </a:prstGeom>
              <a:ln>
                <a:solidFill>
                  <a:srgbClr val="0097A9"/>
                </a:solidFill>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B8721226-EC92-4C34-9EC9-7509FC3D9DDA}"/>
                  </a:ext>
                </a:extLst>
              </p:cNvPr>
              <p:cNvSpPr/>
              <p:nvPr/>
            </p:nvSpPr>
            <p:spPr bwMode="gray">
              <a:xfrm>
                <a:off x="376238" y="5330102"/>
                <a:ext cx="411479" cy="411480"/>
              </a:xfrm>
              <a:prstGeom prst="ellipse">
                <a:avLst/>
              </a:prstGeom>
              <a:solidFill>
                <a:srgbClr val="0097A9"/>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000" b="1" i="0" u="none" strike="noStrike" kern="1200" cap="none" spc="0" normalizeH="0" baseline="0" noProof="0" dirty="0">
                  <a:ln>
                    <a:noFill/>
                  </a:ln>
                  <a:solidFill>
                    <a:prstClr val="white"/>
                  </a:solidFill>
                  <a:effectLst/>
                  <a:uLnTx/>
                  <a:uFillTx/>
                  <a:latin typeface="Verdana"/>
                  <a:ea typeface="+mn-ea"/>
                  <a:cs typeface="+mn-cs"/>
                </a:endParaRPr>
              </a:p>
            </p:txBody>
          </p:sp>
        </p:grpSp>
        <p:grpSp>
          <p:nvGrpSpPr>
            <p:cNvPr id="131" name="Group 130">
              <a:extLst>
                <a:ext uri="{FF2B5EF4-FFF2-40B4-BE49-F238E27FC236}">
                  <a16:creationId xmlns:a16="http://schemas.microsoft.com/office/drawing/2014/main" id="{AC3A5C30-EFFA-4E5C-B985-0CB516308692}"/>
                </a:ext>
              </a:extLst>
            </p:cNvPr>
            <p:cNvGrpSpPr/>
            <p:nvPr/>
          </p:nvGrpSpPr>
          <p:grpSpPr>
            <a:xfrm>
              <a:off x="1861108" y="5942802"/>
              <a:ext cx="722635" cy="411480"/>
              <a:chOff x="376238" y="5330102"/>
              <a:chExt cx="696950" cy="411480"/>
            </a:xfrm>
          </p:grpSpPr>
          <p:cxnSp>
            <p:nvCxnSpPr>
              <p:cNvPr id="132" name="Straight Connector 131">
                <a:extLst>
                  <a:ext uri="{FF2B5EF4-FFF2-40B4-BE49-F238E27FC236}">
                    <a16:creationId xmlns:a16="http://schemas.microsoft.com/office/drawing/2014/main" id="{DD487EE4-DCFE-48CC-81F0-988239FD6689}"/>
                  </a:ext>
                </a:extLst>
              </p:cNvPr>
              <p:cNvCxnSpPr>
                <a:cxnSpLocks/>
                <a:endCxn id="134" idx="6"/>
              </p:cNvCxnSpPr>
              <p:nvPr/>
            </p:nvCxnSpPr>
            <p:spPr>
              <a:xfrm flipH="1" flipV="1">
                <a:off x="787718" y="5535842"/>
                <a:ext cx="285470" cy="171"/>
              </a:xfrm>
              <a:prstGeom prst="line">
                <a:avLst/>
              </a:prstGeom>
              <a:ln>
                <a:solidFill>
                  <a:srgbClr val="0097A9"/>
                </a:solidFill>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2F37FC51-173C-4A83-8D7D-05E5D96CDEDF}"/>
                  </a:ext>
                </a:extLst>
              </p:cNvPr>
              <p:cNvSpPr/>
              <p:nvPr/>
            </p:nvSpPr>
            <p:spPr bwMode="gray">
              <a:xfrm>
                <a:off x="376238" y="5330102"/>
                <a:ext cx="411480" cy="411480"/>
              </a:xfrm>
              <a:prstGeom prst="ellipse">
                <a:avLst/>
              </a:prstGeom>
              <a:solidFill>
                <a:srgbClr val="0097A9"/>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000" b="1" i="0" u="none" strike="noStrike" kern="1200" cap="none" spc="0" normalizeH="0" baseline="0" noProof="0" dirty="0">
                  <a:ln>
                    <a:noFill/>
                  </a:ln>
                  <a:solidFill>
                    <a:prstClr val="white"/>
                  </a:solidFill>
                  <a:effectLst/>
                  <a:uLnTx/>
                  <a:uFillTx/>
                  <a:latin typeface="Verdana"/>
                  <a:ea typeface="+mn-ea"/>
                  <a:cs typeface="+mn-cs"/>
                </a:endParaRPr>
              </a:p>
            </p:txBody>
          </p:sp>
        </p:grpSp>
        <p:sp>
          <p:nvSpPr>
            <p:cNvPr id="136" name="Freeform 189">
              <a:extLst>
                <a:ext uri="{FF2B5EF4-FFF2-40B4-BE49-F238E27FC236}">
                  <a16:creationId xmlns:a16="http://schemas.microsoft.com/office/drawing/2014/main" id="{A44B8FEA-2080-4443-94AC-D43C127F28C4}"/>
                </a:ext>
              </a:extLst>
            </p:cNvPr>
            <p:cNvSpPr>
              <a:spLocks noChangeAspect="1" noEditPoints="1"/>
            </p:cNvSpPr>
            <p:nvPr/>
          </p:nvSpPr>
          <p:spPr bwMode="auto">
            <a:xfrm>
              <a:off x="1914408" y="5375822"/>
              <a:ext cx="320041" cy="320040"/>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37" name="Freeform 723">
              <a:extLst>
                <a:ext uri="{FF2B5EF4-FFF2-40B4-BE49-F238E27FC236}">
                  <a16:creationId xmlns:a16="http://schemas.microsoft.com/office/drawing/2014/main" id="{985CD040-3350-4B2C-8BE5-E000FDC2E802}"/>
                </a:ext>
              </a:extLst>
            </p:cNvPr>
            <p:cNvSpPr>
              <a:spLocks noChangeAspect="1" noEditPoints="1"/>
            </p:cNvSpPr>
            <p:nvPr/>
          </p:nvSpPr>
          <p:spPr bwMode="auto">
            <a:xfrm>
              <a:off x="1914407" y="5993558"/>
              <a:ext cx="320040" cy="320040"/>
            </a:xfrm>
            <a:custGeom>
              <a:avLst/>
              <a:gdLst>
                <a:gd name="T0" fmla="*/ 248 w 512"/>
                <a:gd name="T1" fmla="*/ 263 h 512"/>
                <a:gd name="T2" fmla="*/ 263 w 512"/>
                <a:gd name="T3" fmla="*/ 263 h 512"/>
                <a:gd name="T4" fmla="*/ 288 w 512"/>
                <a:gd name="T5" fmla="*/ 256 h 512"/>
                <a:gd name="T6" fmla="*/ 224 w 512"/>
                <a:gd name="T7" fmla="*/ 256 h 512"/>
                <a:gd name="T8" fmla="*/ 269 w 512"/>
                <a:gd name="T9" fmla="*/ 227 h 512"/>
                <a:gd name="T10" fmla="*/ 331 w 512"/>
                <a:gd name="T11" fmla="*/ 196 h 512"/>
                <a:gd name="T12" fmla="*/ 256 w 512"/>
                <a:gd name="T13" fmla="*/ 352 h 512"/>
                <a:gd name="T14" fmla="*/ 256 w 512"/>
                <a:gd name="T15" fmla="*/ 160 h 512"/>
                <a:gd name="T16" fmla="*/ 331 w 512"/>
                <a:gd name="T17" fmla="*/ 166 h 512"/>
                <a:gd name="T18" fmla="*/ 138 w 512"/>
                <a:gd name="T19" fmla="*/ 256 h 512"/>
                <a:gd name="T20" fmla="*/ 373 w 512"/>
                <a:gd name="T21" fmla="*/ 256 h 512"/>
                <a:gd name="T22" fmla="*/ 331 w 512"/>
                <a:gd name="T23" fmla="*/ 196 h 512"/>
                <a:gd name="T24" fmla="*/ 181 w 512"/>
                <a:gd name="T25" fmla="*/ 256 h 512"/>
                <a:gd name="T26" fmla="*/ 330 w 512"/>
                <a:gd name="T27" fmla="*/ 256 h 512"/>
                <a:gd name="T28" fmla="*/ 300 w 512"/>
                <a:gd name="T29" fmla="*/ 226 h 512"/>
                <a:gd name="T30" fmla="*/ 256 w 512"/>
                <a:gd name="T31" fmla="*/ 309 h 512"/>
                <a:gd name="T32" fmla="*/ 256 w 512"/>
                <a:gd name="T33" fmla="*/ 202 h 512"/>
                <a:gd name="T34" fmla="*/ 300 w 512"/>
                <a:gd name="T35" fmla="*/ 196 h 512"/>
                <a:gd name="T36" fmla="*/ 512 w 512"/>
                <a:gd name="T37" fmla="*/ 256 h 512"/>
                <a:gd name="T38" fmla="*/ 0 w 512"/>
                <a:gd name="T39" fmla="*/ 256 h 512"/>
                <a:gd name="T40" fmla="*/ 512 w 512"/>
                <a:gd name="T41" fmla="*/ 256 h 512"/>
                <a:gd name="T42" fmla="*/ 394 w 512"/>
                <a:gd name="T43" fmla="*/ 138 h 512"/>
                <a:gd name="T44" fmla="*/ 373 w 512"/>
                <a:gd name="T45" fmla="*/ 117 h 512"/>
                <a:gd name="T46" fmla="*/ 352 w 512"/>
                <a:gd name="T47" fmla="*/ 117 h 512"/>
                <a:gd name="T48" fmla="*/ 346 w 512"/>
                <a:gd name="T49" fmla="*/ 150 h 512"/>
                <a:gd name="T50" fmla="*/ 117 w 512"/>
                <a:gd name="T51" fmla="*/ 256 h 512"/>
                <a:gd name="T52" fmla="*/ 141 w 512"/>
                <a:gd name="T53" fmla="*/ 376 h 512"/>
                <a:gd name="T54" fmla="*/ 149 w 512"/>
                <a:gd name="T55" fmla="*/ 394 h 512"/>
                <a:gd name="T56" fmla="*/ 178 w 512"/>
                <a:gd name="T57" fmla="*/ 370 h 512"/>
                <a:gd name="T58" fmla="*/ 334 w 512"/>
                <a:gd name="T59" fmla="*/ 370 h 512"/>
                <a:gd name="T60" fmla="*/ 362 w 512"/>
                <a:gd name="T61" fmla="*/ 394 h 512"/>
                <a:gd name="T62" fmla="*/ 370 w 512"/>
                <a:gd name="T63" fmla="*/ 376 h 512"/>
                <a:gd name="T64" fmla="*/ 394 w 512"/>
                <a:gd name="T65" fmla="*/ 256 h 512"/>
                <a:gd name="T66" fmla="*/ 367 w 512"/>
                <a:gd name="T67" fmla="*/ 160 h 512"/>
                <a:gd name="T68" fmla="*/ 405 w 512"/>
                <a:gd name="T69" fmla="*/ 14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48" y="248"/>
                  </a:moveTo>
                  <a:cubicBezTo>
                    <a:pt x="244" y="252"/>
                    <a:pt x="244" y="259"/>
                    <a:pt x="248" y="263"/>
                  </a:cubicBezTo>
                  <a:cubicBezTo>
                    <a:pt x="250" y="265"/>
                    <a:pt x="253" y="266"/>
                    <a:pt x="256" y="266"/>
                  </a:cubicBezTo>
                  <a:cubicBezTo>
                    <a:pt x="258" y="266"/>
                    <a:pt x="261" y="265"/>
                    <a:pt x="263" y="263"/>
                  </a:cubicBezTo>
                  <a:cubicBezTo>
                    <a:pt x="284" y="242"/>
                    <a:pt x="284" y="242"/>
                    <a:pt x="284" y="242"/>
                  </a:cubicBezTo>
                  <a:cubicBezTo>
                    <a:pt x="286" y="246"/>
                    <a:pt x="288" y="251"/>
                    <a:pt x="288" y="256"/>
                  </a:cubicBezTo>
                  <a:cubicBezTo>
                    <a:pt x="288" y="273"/>
                    <a:pt x="273" y="288"/>
                    <a:pt x="256" y="288"/>
                  </a:cubicBezTo>
                  <a:cubicBezTo>
                    <a:pt x="238" y="288"/>
                    <a:pt x="224" y="273"/>
                    <a:pt x="224" y="256"/>
                  </a:cubicBezTo>
                  <a:cubicBezTo>
                    <a:pt x="224" y="238"/>
                    <a:pt x="238" y="224"/>
                    <a:pt x="256" y="224"/>
                  </a:cubicBezTo>
                  <a:cubicBezTo>
                    <a:pt x="261" y="224"/>
                    <a:pt x="265" y="225"/>
                    <a:pt x="269" y="227"/>
                  </a:cubicBezTo>
                  <a:lnTo>
                    <a:pt x="248" y="248"/>
                  </a:lnTo>
                  <a:close/>
                  <a:moveTo>
                    <a:pt x="331" y="196"/>
                  </a:moveTo>
                  <a:cubicBezTo>
                    <a:pt x="344" y="212"/>
                    <a:pt x="352" y="233"/>
                    <a:pt x="352" y="256"/>
                  </a:cubicBezTo>
                  <a:cubicBezTo>
                    <a:pt x="352" y="309"/>
                    <a:pt x="309" y="352"/>
                    <a:pt x="256" y="352"/>
                  </a:cubicBezTo>
                  <a:cubicBezTo>
                    <a:pt x="203" y="352"/>
                    <a:pt x="160" y="309"/>
                    <a:pt x="160" y="256"/>
                  </a:cubicBezTo>
                  <a:cubicBezTo>
                    <a:pt x="160" y="203"/>
                    <a:pt x="203" y="160"/>
                    <a:pt x="256" y="160"/>
                  </a:cubicBezTo>
                  <a:cubicBezTo>
                    <a:pt x="278" y="160"/>
                    <a:pt x="299" y="168"/>
                    <a:pt x="316" y="181"/>
                  </a:cubicBezTo>
                  <a:cubicBezTo>
                    <a:pt x="331" y="166"/>
                    <a:pt x="331" y="166"/>
                    <a:pt x="331" y="166"/>
                  </a:cubicBezTo>
                  <a:cubicBezTo>
                    <a:pt x="310" y="149"/>
                    <a:pt x="284" y="138"/>
                    <a:pt x="256" y="138"/>
                  </a:cubicBezTo>
                  <a:cubicBezTo>
                    <a:pt x="191" y="138"/>
                    <a:pt x="138" y="191"/>
                    <a:pt x="138" y="256"/>
                  </a:cubicBezTo>
                  <a:cubicBezTo>
                    <a:pt x="138" y="320"/>
                    <a:pt x="191" y="373"/>
                    <a:pt x="256" y="373"/>
                  </a:cubicBezTo>
                  <a:cubicBezTo>
                    <a:pt x="320" y="373"/>
                    <a:pt x="373" y="320"/>
                    <a:pt x="373" y="256"/>
                  </a:cubicBezTo>
                  <a:cubicBezTo>
                    <a:pt x="373" y="227"/>
                    <a:pt x="363" y="201"/>
                    <a:pt x="346" y="181"/>
                  </a:cubicBezTo>
                  <a:lnTo>
                    <a:pt x="331" y="196"/>
                  </a:lnTo>
                  <a:close/>
                  <a:moveTo>
                    <a:pt x="256" y="181"/>
                  </a:moveTo>
                  <a:cubicBezTo>
                    <a:pt x="214" y="181"/>
                    <a:pt x="181" y="214"/>
                    <a:pt x="181" y="256"/>
                  </a:cubicBezTo>
                  <a:cubicBezTo>
                    <a:pt x="181" y="297"/>
                    <a:pt x="214" y="330"/>
                    <a:pt x="256" y="330"/>
                  </a:cubicBezTo>
                  <a:cubicBezTo>
                    <a:pt x="297" y="330"/>
                    <a:pt x="330" y="297"/>
                    <a:pt x="330" y="256"/>
                  </a:cubicBezTo>
                  <a:cubicBezTo>
                    <a:pt x="330" y="239"/>
                    <a:pt x="325" y="224"/>
                    <a:pt x="315" y="211"/>
                  </a:cubicBezTo>
                  <a:cubicBezTo>
                    <a:pt x="300" y="226"/>
                    <a:pt x="300" y="226"/>
                    <a:pt x="300" y="226"/>
                  </a:cubicBezTo>
                  <a:cubicBezTo>
                    <a:pt x="306" y="235"/>
                    <a:pt x="309" y="245"/>
                    <a:pt x="309" y="256"/>
                  </a:cubicBezTo>
                  <a:cubicBezTo>
                    <a:pt x="309" y="285"/>
                    <a:pt x="285" y="309"/>
                    <a:pt x="256" y="309"/>
                  </a:cubicBezTo>
                  <a:cubicBezTo>
                    <a:pt x="226" y="309"/>
                    <a:pt x="202" y="285"/>
                    <a:pt x="202" y="256"/>
                  </a:cubicBezTo>
                  <a:cubicBezTo>
                    <a:pt x="202" y="226"/>
                    <a:pt x="226" y="202"/>
                    <a:pt x="256" y="202"/>
                  </a:cubicBezTo>
                  <a:cubicBezTo>
                    <a:pt x="267" y="202"/>
                    <a:pt x="277" y="206"/>
                    <a:pt x="285" y="211"/>
                  </a:cubicBezTo>
                  <a:cubicBezTo>
                    <a:pt x="300" y="196"/>
                    <a:pt x="300" y="196"/>
                    <a:pt x="300" y="196"/>
                  </a:cubicBezTo>
                  <a:cubicBezTo>
                    <a:pt x="288" y="187"/>
                    <a:pt x="272" y="181"/>
                    <a:pt x="256" y="181"/>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5" y="149"/>
                  </a:moveTo>
                  <a:cubicBezTo>
                    <a:pt x="405" y="143"/>
                    <a:pt x="400" y="138"/>
                    <a:pt x="394" y="138"/>
                  </a:cubicBezTo>
                  <a:cubicBezTo>
                    <a:pt x="373" y="138"/>
                    <a:pt x="373" y="138"/>
                    <a:pt x="373" y="138"/>
                  </a:cubicBezTo>
                  <a:cubicBezTo>
                    <a:pt x="373" y="117"/>
                    <a:pt x="373" y="117"/>
                    <a:pt x="373" y="117"/>
                  </a:cubicBezTo>
                  <a:cubicBezTo>
                    <a:pt x="373" y="111"/>
                    <a:pt x="368" y="106"/>
                    <a:pt x="362" y="106"/>
                  </a:cubicBezTo>
                  <a:cubicBezTo>
                    <a:pt x="356" y="106"/>
                    <a:pt x="352" y="111"/>
                    <a:pt x="352" y="117"/>
                  </a:cubicBezTo>
                  <a:cubicBezTo>
                    <a:pt x="352" y="145"/>
                    <a:pt x="352" y="145"/>
                    <a:pt x="352" y="145"/>
                  </a:cubicBezTo>
                  <a:cubicBezTo>
                    <a:pt x="346" y="150"/>
                    <a:pt x="346" y="150"/>
                    <a:pt x="346" y="150"/>
                  </a:cubicBezTo>
                  <a:cubicBezTo>
                    <a:pt x="322" y="130"/>
                    <a:pt x="290" y="117"/>
                    <a:pt x="256" y="117"/>
                  </a:cubicBezTo>
                  <a:cubicBezTo>
                    <a:pt x="179" y="117"/>
                    <a:pt x="117" y="179"/>
                    <a:pt x="117" y="256"/>
                  </a:cubicBezTo>
                  <a:cubicBezTo>
                    <a:pt x="117" y="295"/>
                    <a:pt x="134" y="331"/>
                    <a:pt x="161" y="357"/>
                  </a:cubicBezTo>
                  <a:cubicBezTo>
                    <a:pt x="141" y="376"/>
                    <a:pt x="141" y="376"/>
                    <a:pt x="141" y="376"/>
                  </a:cubicBezTo>
                  <a:cubicBezTo>
                    <a:pt x="137" y="380"/>
                    <a:pt x="137" y="387"/>
                    <a:pt x="141" y="391"/>
                  </a:cubicBezTo>
                  <a:cubicBezTo>
                    <a:pt x="144" y="393"/>
                    <a:pt x="146" y="394"/>
                    <a:pt x="149" y="394"/>
                  </a:cubicBezTo>
                  <a:cubicBezTo>
                    <a:pt x="152" y="394"/>
                    <a:pt x="154" y="393"/>
                    <a:pt x="157" y="391"/>
                  </a:cubicBezTo>
                  <a:cubicBezTo>
                    <a:pt x="178" y="370"/>
                    <a:pt x="178" y="370"/>
                    <a:pt x="178" y="370"/>
                  </a:cubicBezTo>
                  <a:cubicBezTo>
                    <a:pt x="200" y="385"/>
                    <a:pt x="227" y="394"/>
                    <a:pt x="256" y="394"/>
                  </a:cubicBezTo>
                  <a:cubicBezTo>
                    <a:pt x="285" y="394"/>
                    <a:pt x="311" y="385"/>
                    <a:pt x="334" y="370"/>
                  </a:cubicBezTo>
                  <a:cubicBezTo>
                    <a:pt x="355" y="391"/>
                    <a:pt x="355" y="391"/>
                    <a:pt x="355" y="391"/>
                  </a:cubicBezTo>
                  <a:cubicBezTo>
                    <a:pt x="357" y="393"/>
                    <a:pt x="360" y="394"/>
                    <a:pt x="362" y="394"/>
                  </a:cubicBezTo>
                  <a:cubicBezTo>
                    <a:pt x="365" y="394"/>
                    <a:pt x="368" y="393"/>
                    <a:pt x="370" y="391"/>
                  </a:cubicBezTo>
                  <a:cubicBezTo>
                    <a:pt x="374" y="387"/>
                    <a:pt x="374" y="380"/>
                    <a:pt x="370" y="376"/>
                  </a:cubicBezTo>
                  <a:cubicBezTo>
                    <a:pt x="350" y="357"/>
                    <a:pt x="350" y="357"/>
                    <a:pt x="350" y="357"/>
                  </a:cubicBezTo>
                  <a:cubicBezTo>
                    <a:pt x="377" y="331"/>
                    <a:pt x="394" y="295"/>
                    <a:pt x="394" y="256"/>
                  </a:cubicBezTo>
                  <a:cubicBezTo>
                    <a:pt x="394" y="221"/>
                    <a:pt x="382" y="190"/>
                    <a:pt x="361" y="166"/>
                  </a:cubicBezTo>
                  <a:cubicBezTo>
                    <a:pt x="367" y="160"/>
                    <a:pt x="367" y="160"/>
                    <a:pt x="367" y="160"/>
                  </a:cubicBezTo>
                  <a:cubicBezTo>
                    <a:pt x="394" y="160"/>
                    <a:pt x="394" y="160"/>
                    <a:pt x="394" y="160"/>
                  </a:cubicBezTo>
                  <a:cubicBezTo>
                    <a:pt x="400" y="160"/>
                    <a:pt x="405" y="155"/>
                    <a:pt x="405" y="149"/>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38" name="Freeform 254">
            <a:extLst>
              <a:ext uri="{FF2B5EF4-FFF2-40B4-BE49-F238E27FC236}">
                <a16:creationId xmlns:a16="http://schemas.microsoft.com/office/drawing/2014/main" id="{DFCF4848-D62C-46BF-996F-D55505EF0D07}"/>
              </a:ext>
            </a:extLst>
          </p:cNvPr>
          <p:cNvSpPr>
            <a:spLocks noChangeAspect="1" noEditPoints="1"/>
          </p:cNvSpPr>
          <p:nvPr/>
        </p:nvSpPr>
        <p:spPr bwMode="auto">
          <a:xfrm>
            <a:off x="6141250" y="5681978"/>
            <a:ext cx="320981" cy="3200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6 w 512"/>
              <a:gd name="T11" fmla="*/ 341 h 512"/>
              <a:gd name="T12" fmla="*/ 405 w 512"/>
              <a:gd name="T13" fmla="*/ 352 h 512"/>
              <a:gd name="T14" fmla="*/ 218 w 512"/>
              <a:gd name="T15" fmla="*/ 352 h 512"/>
              <a:gd name="T16" fmla="*/ 168 w 512"/>
              <a:gd name="T17" fmla="*/ 412 h 512"/>
              <a:gd name="T18" fmla="*/ 160 w 512"/>
              <a:gd name="T19" fmla="*/ 416 h 512"/>
              <a:gd name="T20" fmla="*/ 156 w 512"/>
              <a:gd name="T21" fmla="*/ 415 h 512"/>
              <a:gd name="T22" fmla="*/ 149 w 512"/>
              <a:gd name="T23" fmla="*/ 405 h 512"/>
              <a:gd name="T24" fmla="*/ 149 w 512"/>
              <a:gd name="T25" fmla="*/ 352 h 512"/>
              <a:gd name="T26" fmla="*/ 106 w 512"/>
              <a:gd name="T27" fmla="*/ 352 h 512"/>
              <a:gd name="T28" fmla="*/ 96 w 512"/>
              <a:gd name="T29" fmla="*/ 341 h 512"/>
              <a:gd name="T30" fmla="*/ 96 w 512"/>
              <a:gd name="T31" fmla="*/ 149 h 512"/>
              <a:gd name="T32" fmla="*/ 106 w 512"/>
              <a:gd name="T33" fmla="*/ 138 h 512"/>
              <a:gd name="T34" fmla="*/ 405 w 512"/>
              <a:gd name="T35" fmla="*/ 138 h 512"/>
              <a:gd name="T36" fmla="*/ 416 w 512"/>
              <a:gd name="T37" fmla="*/ 149 h 512"/>
              <a:gd name="T38" fmla="*/ 416 w 512"/>
              <a:gd name="T39" fmla="*/ 341 h 512"/>
              <a:gd name="T40" fmla="*/ 117 w 512"/>
              <a:gd name="T41" fmla="*/ 330 h 512"/>
              <a:gd name="T42" fmla="*/ 160 w 512"/>
              <a:gd name="T43" fmla="*/ 330 h 512"/>
              <a:gd name="T44" fmla="*/ 170 w 512"/>
              <a:gd name="T45" fmla="*/ 341 h 512"/>
              <a:gd name="T46" fmla="*/ 170 w 512"/>
              <a:gd name="T47" fmla="*/ 376 h 512"/>
              <a:gd name="T48" fmla="*/ 205 w 512"/>
              <a:gd name="T49" fmla="*/ 334 h 512"/>
              <a:gd name="T50" fmla="*/ 213 w 512"/>
              <a:gd name="T51" fmla="*/ 330 h 512"/>
              <a:gd name="T52" fmla="*/ 394 w 512"/>
              <a:gd name="T53" fmla="*/ 330 h 512"/>
              <a:gd name="T54" fmla="*/ 394 w 512"/>
              <a:gd name="T55" fmla="*/ 160 h 512"/>
              <a:gd name="T56" fmla="*/ 117 w 512"/>
              <a:gd name="T57" fmla="*/ 160 h 512"/>
              <a:gd name="T58" fmla="*/ 117 w 512"/>
              <a:gd name="T59" fmla="*/ 330 h 512"/>
              <a:gd name="T60" fmla="*/ 149 w 512"/>
              <a:gd name="T61" fmla="*/ 192 h 512"/>
              <a:gd name="T62" fmla="*/ 362 w 512"/>
              <a:gd name="T63" fmla="*/ 192 h 512"/>
              <a:gd name="T64" fmla="*/ 373 w 512"/>
              <a:gd name="T65" fmla="*/ 202 h 512"/>
              <a:gd name="T66" fmla="*/ 362 w 512"/>
              <a:gd name="T67" fmla="*/ 213 h 512"/>
              <a:gd name="T68" fmla="*/ 149 w 512"/>
              <a:gd name="T69" fmla="*/ 213 h 512"/>
              <a:gd name="T70" fmla="*/ 138 w 512"/>
              <a:gd name="T71" fmla="*/ 202 h 512"/>
              <a:gd name="T72" fmla="*/ 149 w 512"/>
              <a:gd name="T73" fmla="*/ 192 h 512"/>
              <a:gd name="T74" fmla="*/ 149 w 512"/>
              <a:gd name="T75" fmla="*/ 234 h 512"/>
              <a:gd name="T76" fmla="*/ 362 w 512"/>
              <a:gd name="T77" fmla="*/ 234 h 512"/>
              <a:gd name="T78" fmla="*/ 373 w 512"/>
              <a:gd name="T79" fmla="*/ 245 h 512"/>
              <a:gd name="T80" fmla="*/ 362 w 512"/>
              <a:gd name="T81" fmla="*/ 256 h 512"/>
              <a:gd name="T82" fmla="*/ 149 w 512"/>
              <a:gd name="T83" fmla="*/ 256 h 512"/>
              <a:gd name="T84" fmla="*/ 138 w 512"/>
              <a:gd name="T85" fmla="*/ 245 h 512"/>
              <a:gd name="T86" fmla="*/ 149 w 512"/>
              <a:gd name="T87" fmla="*/ 234 h 512"/>
              <a:gd name="T88" fmla="*/ 149 w 512"/>
              <a:gd name="T89" fmla="*/ 277 h 512"/>
              <a:gd name="T90" fmla="*/ 362 w 512"/>
              <a:gd name="T91" fmla="*/ 277 h 512"/>
              <a:gd name="T92" fmla="*/ 373 w 512"/>
              <a:gd name="T93" fmla="*/ 288 h 512"/>
              <a:gd name="T94" fmla="*/ 362 w 512"/>
              <a:gd name="T95" fmla="*/ 298 h 512"/>
              <a:gd name="T96" fmla="*/ 149 w 512"/>
              <a:gd name="T97" fmla="*/ 298 h 512"/>
              <a:gd name="T98" fmla="*/ 138 w 512"/>
              <a:gd name="T99" fmla="*/ 288 h 512"/>
              <a:gd name="T100" fmla="*/ 149 w 512"/>
              <a:gd name="T101"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41"/>
                </a:moveTo>
                <a:cubicBezTo>
                  <a:pt x="416" y="347"/>
                  <a:pt x="411" y="352"/>
                  <a:pt x="405" y="352"/>
                </a:cubicBezTo>
                <a:cubicBezTo>
                  <a:pt x="218" y="352"/>
                  <a:pt x="218" y="352"/>
                  <a:pt x="218" y="352"/>
                </a:cubicBezTo>
                <a:cubicBezTo>
                  <a:pt x="168" y="412"/>
                  <a:pt x="168" y="412"/>
                  <a:pt x="168" y="412"/>
                </a:cubicBezTo>
                <a:cubicBezTo>
                  <a:pt x="166" y="414"/>
                  <a:pt x="163" y="416"/>
                  <a:pt x="160" y="416"/>
                </a:cubicBezTo>
                <a:cubicBezTo>
                  <a:pt x="158" y="416"/>
                  <a:pt x="157" y="415"/>
                  <a:pt x="156" y="415"/>
                </a:cubicBezTo>
                <a:cubicBezTo>
                  <a:pt x="152" y="414"/>
                  <a:pt x="149" y="409"/>
                  <a:pt x="149" y="405"/>
                </a:cubicBezTo>
                <a:cubicBezTo>
                  <a:pt x="149" y="352"/>
                  <a:pt x="149" y="352"/>
                  <a:pt x="149" y="352"/>
                </a:cubicBezTo>
                <a:cubicBezTo>
                  <a:pt x="106" y="352"/>
                  <a:pt x="106" y="352"/>
                  <a:pt x="106" y="352"/>
                </a:cubicBezTo>
                <a:cubicBezTo>
                  <a:pt x="100" y="352"/>
                  <a:pt x="96" y="347"/>
                  <a:pt x="96" y="341"/>
                </a:cubicBezTo>
                <a:cubicBezTo>
                  <a:pt x="96" y="149"/>
                  <a:pt x="96" y="149"/>
                  <a:pt x="96" y="149"/>
                </a:cubicBezTo>
                <a:cubicBezTo>
                  <a:pt x="96" y="143"/>
                  <a:pt x="100" y="138"/>
                  <a:pt x="106" y="138"/>
                </a:cubicBezTo>
                <a:cubicBezTo>
                  <a:pt x="405" y="138"/>
                  <a:pt x="405" y="138"/>
                  <a:pt x="405" y="138"/>
                </a:cubicBezTo>
                <a:cubicBezTo>
                  <a:pt x="411" y="138"/>
                  <a:pt x="416" y="143"/>
                  <a:pt x="416" y="149"/>
                </a:cubicBezTo>
                <a:lnTo>
                  <a:pt x="416" y="341"/>
                </a:lnTo>
                <a:close/>
                <a:moveTo>
                  <a:pt x="117" y="330"/>
                </a:moveTo>
                <a:cubicBezTo>
                  <a:pt x="160" y="330"/>
                  <a:pt x="160" y="330"/>
                  <a:pt x="160" y="330"/>
                </a:cubicBezTo>
                <a:cubicBezTo>
                  <a:pt x="166" y="330"/>
                  <a:pt x="170" y="335"/>
                  <a:pt x="170" y="341"/>
                </a:cubicBezTo>
                <a:cubicBezTo>
                  <a:pt x="170" y="376"/>
                  <a:pt x="170" y="376"/>
                  <a:pt x="170" y="376"/>
                </a:cubicBezTo>
                <a:cubicBezTo>
                  <a:pt x="205" y="334"/>
                  <a:pt x="205" y="334"/>
                  <a:pt x="205" y="334"/>
                </a:cubicBezTo>
                <a:cubicBezTo>
                  <a:pt x="207" y="332"/>
                  <a:pt x="210" y="330"/>
                  <a:pt x="213" y="330"/>
                </a:cubicBezTo>
                <a:cubicBezTo>
                  <a:pt x="394" y="330"/>
                  <a:pt x="394" y="330"/>
                  <a:pt x="394" y="330"/>
                </a:cubicBezTo>
                <a:cubicBezTo>
                  <a:pt x="394" y="160"/>
                  <a:pt x="394" y="160"/>
                  <a:pt x="394" y="160"/>
                </a:cubicBezTo>
                <a:cubicBezTo>
                  <a:pt x="117" y="160"/>
                  <a:pt x="117" y="160"/>
                  <a:pt x="117" y="160"/>
                </a:cubicBezTo>
                <a:lnTo>
                  <a:pt x="117" y="330"/>
                </a:lnTo>
                <a:close/>
                <a:moveTo>
                  <a:pt x="149" y="192"/>
                </a:moveTo>
                <a:cubicBezTo>
                  <a:pt x="362" y="192"/>
                  <a:pt x="362" y="192"/>
                  <a:pt x="362" y="192"/>
                </a:cubicBezTo>
                <a:cubicBezTo>
                  <a:pt x="368" y="192"/>
                  <a:pt x="373" y="196"/>
                  <a:pt x="373" y="202"/>
                </a:cubicBezTo>
                <a:cubicBezTo>
                  <a:pt x="373" y="208"/>
                  <a:pt x="368" y="213"/>
                  <a:pt x="362" y="213"/>
                </a:cubicBezTo>
                <a:cubicBezTo>
                  <a:pt x="149" y="213"/>
                  <a:pt x="149" y="213"/>
                  <a:pt x="149" y="213"/>
                </a:cubicBezTo>
                <a:cubicBezTo>
                  <a:pt x="143" y="213"/>
                  <a:pt x="138" y="208"/>
                  <a:pt x="138" y="202"/>
                </a:cubicBezTo>
                <a:cubicBezTo>
                  <a:pt x="138" y="196"/>
                  <a:pt x="143" y="192"/>
                  <a:pt x="149" y="192"/>
                </a:cubicBezTo>
                <a:close/>
                <a:moveTo>
                  <a:pt x="149" y="234"/>
                </a:moveTo>
                <a:cubicBezTo>
                  <a:pt x="362" y="234"/>
                  <a:pt x="362" y="234"/>
                  <a:pt x="362" y="234"/>
                </a:cubicBezTo>
                <a:cubicBezTo>
                  <a:pt x="368" y="234"/>
                  <a:pt x="373" y="239"/>
                  <a:pt x="373" y="245"/>
                </a:cubicBezTo>
                <a:cubicBezTo>
                  <a:pt x="373" y="251"/>
                  <a:pt x="368" y="256"/>
                  <a:pt x="362" y="256"/>
                </a:cubicBezTo>
                <a:cubicBezTo>
                  <a:pt x="149" y="256"/>
                  <a:pt x="149" y="256"/>
                  <a:pt x="149" y="256"/>
                </a:cubicBezTo>
                <a:cubicBezTo>
                  <a:pt x="143" y="256"/>
                  <a:pt x="138" y="251"/>
                  <a:pt x="138" y="245"/>
                </a:cubicBezTo>
                <a:cubicBezTo>
                  <a:pt x="138" y="239"/>
                  <a:pt x="143" y="234"/>
                  <a:pt x="149" y="234"/>
                </a:cubicBezTo>
                <a:close/>
                <a:moveTo>
                  <a:pt x="149" y="277"/>
                </a:moveTo>
                <a:cubicBezTo>
                  <a:pt x="362" y="277"/>
                  <a:pt x="362" y="277"/>
                  <a:pt x="362" y="277"/>
                </a:cubicBezTo>
                <a:cubicBezTo>
                  <a:pt x="368" y="277"/>
                  <a:pt x="373" y="282"/>
                  <a:pt x="373" y="288"/>
                </a:cubicBezTo>
                <a:cubicBezTo>
                  <a:pt x="373" y="294"/>
                  <a:pt x="368" y="298"/>
                  <a:pt x="362" y="298"/>
                </a:cubicBezTo>
                <a:cubicBezTo>
                  <a:pt x="149" y="298"/>
                  <a:pt x="149" y="298"/>
                  <a:pt x="149" y="298"/>
                </a:cubicBezTo>
                <a:cubicBezTo>
                  <a:pt x="143" y="298"/>
                  <a:pt x="138" y="294"/>
                  <a:pt x="138" y="288"/>
                </a:cubicBezTo>
                <a:cubicBezTo>
                  <a:pt x="138" y="282"/>
                  <a:pt x="143" y="277"/>
                  <a:pt x="149" y="277"/>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67394243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2" id="{AF18B779-9903-4A50-BD87-4806636E7C13}" vid="{D2AC379D-75DC-4146-884E-6D4464D2BA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9AA527E0CF0F479DDABC648C6E4A80" ma:contentTypeVersion="0" ma:contentTypeDescription="Create a new document." ma:contentTypeScope="" ma:versionID="3a8bb5eadfe5dd395d316d23212fb199">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AC15F9-2F5A-449B-B59E-69A1656AAA5E}">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2.xml><?xml version="1.0" encoding="utf-8"?>
<ds:datastoreItem xmlns:ds="http://schemas.openxmlformats.org/officeDocument/2006/customXml" ds:itemID="{54627F0D-F6C2-4BDF-857C-7913D50E97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BF47886-5773-413B-B5A1-83FD744D9E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Deloitte_4_3_Onscreen_US</Template>
  <TotalTime>959</TotalTime>
  <Words>194</Words>
  <Application>Microsoft Office PowerPoint</Application>
  <PresentationFormat>Widescreen</PresentationFormat>
  <Paragraphs>29</Paragraphs>
  <Slides>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Arial</vt:lpstr>
      <vt:lpstr>Open Sans</vt:lpstr>
      <vt:lpstr>Verdana</vt:lpstr>
      <vt:lpstr>Wingdings 2</vt:lpstr>
      <vt:lpstr>1_Deloitte 16_9 onscreen</vt:lpstr>
      <vt:lpstr>think-cell Slide</vt:lpstr>
      <vt:lpstr>MEC, Cochin</vt:lpstr>
      <vt:lpstr>Govt. Model Engineering College, Cochin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Carneiro, Luciana</dc:creator>
  <cp:lastModifiedBy>Hyder, Asraar</cp:lastModifiedBy>
  <cp:revision>109</cp:revision>
  <cp:lastPrinted>2014-06-25T02:16:22Z</cp:lastPrinted>
  <dcterms:created xsi:type="dcterms:W3CDTF">2017-07-20T14:36:21Z</dcterms:created>
  <dcterms:modified xsi:type="dcterms:W3CDTF">2019-08-23T06:02:17Z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0x010100F69AA527E0CF0F479DDABC648C6E4A80</vt:lpwstr>
  </property>
</Properties>
</file>